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まず全員が「0. 2つの道」を読む。そこで自分の作業がどちらか判断できる。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5冊の役割分担。レクチャーでは基本編を使い、この資料は手元の参照用として渡す。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固定ページの文章はテーマの中にある。だからWordPressの編集画面には出てこない。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 サイト更新マニュアル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6012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引継ぎ資料　／　2026年8月23日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11480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315968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この資料は「追記しながら育てる」前提で作っています。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新しい作業を覚えたら、その日のうちに書き足してください。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この資料の読み方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自分に関係する章だけ読めば済むようにしてあります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7393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0136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181051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2つの道（どちらの作業か見分ける）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0" y="1810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2340864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36829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23774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82549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2907792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93522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29443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コメントを承認する・返信する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0" y="2944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3924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474720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50215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25880" y="35112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5112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395935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4041648"/>
            <a:ext cx="347472" cy="347472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06908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25880" y="407822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固定ページの文章・写真を変える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0" y="40782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52628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4608576"/>
            <a:ext cx="347472" cy="347472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6360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325880" y="464515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テーマ・プラグインの入れ替え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44000" y="4645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509320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77240" y="5175504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20293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21208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44000" y="52120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56601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5742432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576986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25880" y="57790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用語のかんたん辞書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144000" y="5779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資料は5冊あります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困ったときに、どれを開けばよいか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892808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DD823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9280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基本編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468880" y="18013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★ASPATH_サイト運用マニュアル_基本編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0" y="1764792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日々の更新。画面写真つき。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まずこれ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25496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82549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468880" y="27340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ASPATH_サイト更新マニュアル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0" y="2697480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全体像と、PC作業の手順。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開発担当も見る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3758184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75818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やさしい版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468880" y="366674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山口様向け_ページの直し方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132320" y="363016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記事の書き方を、やさしく。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連絡の文例つき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489704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6F7F8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4690872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5E768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9087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468880" y="45994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山口様向け_ASPATHについて_文章の直し方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132320" y="4562856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「ASPATHについて」だけの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専用手順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422392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6F7F8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" y="562356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5E7681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6235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検索対策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468880" y="5532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山口様向け_検索で見つけてもらう記事の書き方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32320" y="5495544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記事の題名の付け方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4008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内容が重なっている部分があります。迷ったら「基本編」→ この資料 の順に見てください。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更新には「2つの道」があります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どちらの道かを最初に見分けることが、いちばん大事です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0_ふたつの道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10607040" cy="60611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なぜ2つに分かれるのか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固定ページの文章は「テーマ」の中にあります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一般的なWordPressサイト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文章は WordPress の中に保存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誰でも管理画面から直せる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そのかわりデザインが崩れやすい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FFF4EA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このサイト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文章は テーマのファイル の中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直すにはパソコン作業が必要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そのかわりデザインが崩れない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264653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見分け方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WordPressの編集画面を開いて、その文章が出てくれば 道A。出てこなければ 道B です。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【道A】記事を書く（コラム・お知らせ）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投稿を追加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2_投稿を追加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1965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タイトルを入れる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0" y="2350008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38658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21040" y="2395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0" y="2916936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295351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321040" y="29626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カテゴリーを選ぶ（必須）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72400" y="3483864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0" y="352044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321040" y="35295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アイキャッチ画像を設定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772400" y="4050792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0" y="408736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2104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右上の【公開】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726680" y="475488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FFF4EA"/>
          </a:solidFill>
          <a:ln/>
        </p:spPr>
      </p:sp>
      <p:sp>
        <p:nvSpPr>
          <p:cNvPr id="22" name="Text 19"/>
          <p:cNvSpPr/>
          <p:nvPr/>
        </p:nvSpPr>
        <p:spPr>
          <a:xfrm>
            <a:off x="7955280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カテゴリーのチェックを忘れると、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一覧のどこにも出てきません。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【道A】記事を書くときの注意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つまずきやすい3点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9456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677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19659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カテゴリーは必ず選ぶ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40487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「コラム」＝読みもの／「お知らせ」＝告知。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未選択だと一覧に出ません。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74904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8221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520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「コードを編集」と出ていたら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95935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右上の「コードエディターを終了」を押してから書く。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そのまま書くと表示が崩れます。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3035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376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0749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大事なお知らせを一番上に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551383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右側「ステータスと公開状態」→「先頭に固定表示」に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チェック。TOPと一覧の先頭に出て「重要」が付きます。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【道A】コメントを承認する・返信する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3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「承認待ち」の数字をクリック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内容を読む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問題なければ【承認】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宣伝目的なら【スパム】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返信は【返信】から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26680" y="3931920"/>
            <a:ext cx="3840480" cy="1234440"/>
          </a:xfrm>
          <a:prstGeom prst="roundRect">
            <a:avLst>
              <a:gd name="adj" fmla="val 7407"/>
            </a:avLst>
          </a:prstGeom>
          <a:solidFill>
            <a:srgbClr val="EDF6EE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4114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山口様の返信は承認なしで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すぐ公開されます。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525780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FFF4E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53949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いただいた質問は、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次の記事のネタになります。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【道A】初回体験の申込を見る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4_初回体験の申込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申込があると同時に2つ起こります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24028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6F7F8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377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aspathlife@gmail.com 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通知メールが届く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320040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6F7F8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474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この画面に記録が残る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726680" y="4206240"/>
            <a:ext cx="384048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3434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メールが届かなくても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記録は残ります。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見落としても大丈夫です。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0" y="5532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返信は通知メールにそのまま返信すれば届きます。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【道B】固定ページを直すときの流れ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「ASPATHについて」を例に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7_固定ページの流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【道B】どのファイルを直すか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この表がいちばん大事です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29184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サイトのページ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URL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開くファイル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TOP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index.html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ASPATHについて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/about/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about.html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プランと料金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/services/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price.html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対面トレーニング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/taimentraining/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taimentraining.html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オンライン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/onlineaspath/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onlineaspath.html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よくある質問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/faq/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faq.html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アクセス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/access/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access.html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お問い合わせ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/contact/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contact.html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プライバシーポリシー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/privacy/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privacy.html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特定商取引法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/tokushoho/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tokushoho.html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サイトマップ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/sitemap/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sitemap.html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初回体験フォーム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/taiken-2026as9y/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trial-entry.html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【道B】例：「ASPATHについて」を直す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文章の探し方まで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75564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Desktop で Pull origin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先に他の人の変更を取り込む。飛ばすと衝突します。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4871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250545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about.html を開く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285292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メモ帳でも可。VS Code が扱いやすいです。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369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3255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Ctrl+F で文章の一部を検索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6027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例：「一番初めに動かしにくさ」（10〜15文字で探す）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3986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40050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タグの間の文字だけ書き換える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352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 と &gt; の記号は消さない。心配ならコピーを残す。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736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47548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 →「テーマを作る.ps1」を実行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10235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 →「PowerShell で実行」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486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34440" y="550468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WordPressにアップロード → Push origin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585216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63640"/>
            <a:ext cx="0" cy="0"/>
          </a:xfrm>
          <a:prstGeom prst="round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【道B】文章が見つからないとき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丸ごとコピーして検索しても出てこないことがあります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ファイルの中では、こう書かれています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class="tr-p"&gt;&lt;span class="nw"&gt;パーキンソン病&lt;/span&gt;において、多くの方が一番初めに動かしにくさを感じるのが……&lt;/p&gt;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FF4E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なぜ見つからないのか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途中に &lt;span class="nw"&gt;…&lt;/span&gt; 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挟まっているためです。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「パーキンソン病」のような語が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変な位置で改行されないための印。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消してはいけません。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365760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EDF6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探すコツ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10〜15文字くらいの、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記号を含まない部分で検索する。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 一番初めに動かしにくさ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 パーキンソン病において、多くの方が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【道B】テーマをアップロードする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 → テーマ → 新規追加 → テーマのアップロード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5_テーマのアップロード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aspath-theme.zip を選び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「既存のものを置き換える」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3840480" cy="1188720"/>
          </a:xfrm>
          <a:prstGeom prst="roundRect">
            <a:avLst>
              <a:gd name="adj" fmla="val 7692"/>
            </a:avLst>
          </a:prstGeom>
          <a:solidFill>
            <a:srgbClr val="FFF4EA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971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「テーマを有効化」は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最初の1回だけです。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402336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FF4E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aspath-trial-form.zip を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ここに入れないでください。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「style.css がありません」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と出ます。あれはプラグイン。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0" y="56235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フォームを直したときは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プラグインも入れ替えます。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【道B】最後に必ずキャッシュを消す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これを忘れると「直したのに変わらない」になります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6_キャッシュ削除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を開く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【Purge Cache】を押す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 Ctrl + F5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329184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264653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3474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それでも変わらないとき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955280" y="3886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URLの末尾に ?v=2 を付けて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開いてください。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キャッシュを確実に飛ばせます。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症状から原因を引けます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108960"/>
                <a:gridCol w="4572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直したのに変わらない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キャッシュ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Purge Cache ＋ Ctrl+F5。URLに ?v=2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記事が一覧に出ない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カテゴリー未選択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投稿を編集してチェックを入れる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サイトが真っ白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テーマとプラグインの不整合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外観 → テーマ → 旧テーマに戻す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style.css がありません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プラグインZIPをテーマに入れた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ファイルを確認して入れ直す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管理画面が開けない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プラグインの不具合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FTPでプラグインのフォルダ名を変える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PowerShellが動かない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実行ポリシー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-ExecutionPolicy Bypass を付ける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変更が競合しています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Pull を忘れた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Pull origin してやり直す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テーマを戻せば見た目は即座に復帰します。大きな変更の前に All-in-One WP Migration でバックアップを。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この資料の育て方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新しい作業を覚えたら、その日のうちに書き足す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3259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書くときのコツ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どの画面かをURLで書く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画面写真を1枚入れる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つまずいた点を残す ← 最重要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32596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置き場所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_wp移行素材／★引継ぎ資料／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★サイト更新マニュアル.md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画像／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まだ書けていないこと（今後の追記予定）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457200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メニュー項目の増やし方・並べ替え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新しい固定ページを1枚まるごと足す手順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LINE連携まわりの設定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Console・Googleビジネスプロフィールの運用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年に一度のこと（ドメイン更新・サーバー更新）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2026-09-03T16:06:51Z</dcterms:created>
  <dcterms:modified xsi:type="dcterms:W3CDTF">2026-09-03T16:06:51Z</dcterms:modified>
</cp:coreProperties>
</file>