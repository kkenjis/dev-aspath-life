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ホームページの直し方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960120" y="3108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山口様へ　／　2026年8月23日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914400" y="3931920"/>
            <a:ext cx="6766560" cy="1554480"/>
          </a:xfrm>
          <a:prstGeom prst="roundRect">
            <a:avLst>
              <a:gd name="adj" fmla="val 7059"/>
            </a:avLst>
          </a:prstGeom>
          <a:solidFill>
            <a:srgbClr val="32596B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429768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操作を間違えても、元に戻せないことはほとんどありません。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DCE7E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迷ったら、そのままご連絡ください。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ページには2種類あります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はじめに、これだけ知っておいてください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EDF6E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737360"/>
            <a:ext cx="5394960" cy="685800"/>
          </a:xfrm>
          <a:prstGeom prst="roundRect">
            <a:avLst>
              <a:gd name="adj" fmla="val 18667"/>
            </a:avLst>
          </a:prstGeom>
          <a:solidFill>
            <a:srgbClr val="2E7D3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194560"/>
            <a:ext cx="5394960" cy="2286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745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2606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コラム・お知らせ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山口様ご自身で</a:t>
            </a:r>
            <a:endParaRPr lang="en-US" sz="26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直せます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9144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 1〜4章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309360" y="1737360"/>
            <a:ext cx="5394960" cy="3200400"/>
          </a:xfrm>
          <a:prstGeom prst="roundRect">
            <a:avLst>
              <a:gd name="adj" fmla="val 4000"/>
            </a:avLst>
          </a:prstGeom>
          <a:solidFill>
            <a:srgbClr val="FFF4EA"/>
          </a:solidFill>
          <a:ln/>
        </p:spPr>
      </p:sp>
      <p:sp>
        <p:nvSpPr>
          <p:cNvPr id="13" name="Shape 11"/>
          <p:cNvSpPr/>
          <p:nvPr/>
        </p:nvSpPr>
        <p:spPr>
          <a:xfrm>
            <a:off x="6309360" y="1737360"/>
            <a:ext cx="5394960" cy="685800"/>
          </a:xfrm>
          <a:prstGeom prst="roundRect">
            <a:avLst>
              <a:gd name="adj" fmla="val 18667"/>
            </a:avLst>
          </a:prstGeom>
          <a:solidFill>
            <a:srgbClr val="DD8236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2194560"/>
            <a:ext cx="5394960" cy="228600"/>
          </a:xfrm>
          <a:prstGeom prst="rect">
            <a:avLst/>
          </a:prstGeom>
          <a:solidFill>
            <a:srgbClr val="DD8236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18745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固定ページ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583680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ASPATHについて／プランと料金／アクセス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583680" y="3108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ご連絡ください</a:t>
            </a:r>
            <a:endParaRPr lang="en-US" sz="26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6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こちらで直します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 5章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1208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2F5F6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「ASPATHについて」は右側です。どこをどう直したいかをお知らせいただければ、10分ほどで反映できます。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記事を新しく書く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投稿 → 投稿を追加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2_投稿を追加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858000" cy="33415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828800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375904" y="18196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タイトルを入れる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772400" y="2441448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248716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375904" y="24780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本文を書く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0" y="3099816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0" y="3145536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375904" y="31363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カテゴリーを選ぶ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772400" y="3758184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0" y="3803904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375904" y="3794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アイキャッチ画像を選ぶ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72400" y="4416552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0" y="4462272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375904" y="44531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右上の【公開】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7726680" y="5212080"/>
            <a:ext cx="3931920" cy="1005840"/>
          </a:xfrm>
          <a:prstGeom prst="roundRect">
            <a:avLst>
              <a:gd name="adj" fmla="val 9091"/>
            </a:avLst>
          </a:prstGeom>
          <a:solidFill>
            <a:srgbClr val="FFF4EA"/>
          </a:solidFill>
          <a:ln/>
        </p:spPr>
      </p:sp>
      <p:sp>
        <p:nvSpPr>
          <p:cNvPr id="22" name="Text 19"/>
          <p:cNvSpPr/>
          <p:nvPr/>
        </p:nvSpPr>
        <p:spPr>
          <a:xfrm>
            <a:off x="7955280" y="5394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カテゴリーを選び忘れると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一覧に出てきません。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カテゴリーは必ず選んでください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ここだけ、いちばん間違えやすいところです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394960" cy="1828800"/>
          </a:xfrm>
          <a:prstGeom prst="roundRect">
            <a:avLst>
              <a:gd name="adj" fmla="val 7000"/>
            </a:avLst>
          </a:prstGeom>
          <a:solidFill>
            <a:srgbClr val="EDF6EE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コラム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60120" y="2651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読みもの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（症状の話・自宅でできる運動 など）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94960" cy="1828800"/>
          </a:xfrm>
          <a:prstGeom prst="roundRect">
            <a:avLst>
              <a:gd name="adj" fmla="val 7000"/>
            </a:avLst>
          </a:prstGeom>
          <a:solidFill>
            <a:srgbClr val="EDF6EE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20116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お知らせ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629400" y="265176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（キャンペーン・講演 など）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88620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FF4E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0690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どちらにもチェックが入っていないと、書けているのに一覧のどこにも出てきません。公開する前にもう一度ご確認ください。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264653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大事なお知らせを一番上に　→　右側の「先頭に固定表示」にチェック（「重要」の印が付きます）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書いた記事を後から直す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公開した記事も、何度でも直せます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1_投稿一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858000" cy="33415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828800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375904" y="18196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直したい記事の題名をクリック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772400" y="2441448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248716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375904" y="24780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文章を直す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0" y="3099816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0" y="3145536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375904" y="31363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右上の【更新】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7772400" y="39319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題名の下にマウスを乗せると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772400" y="434340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 … しっかり直す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クイック編集 … 題名だけ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 … 実際のページを見る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編集画面はこう見えていれば正常です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文章がそのまま読める状態が正しい画面です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3_記事を編集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737360"/>
            <a:ext cx="9235440" cy="4499921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463040" y="5486400"/>
            <a:ext cx="9235440" cy="685800"/>
          </a:xfrm>
          <a:prstGeom prst="roundRect">
            <a:avLst>
              <a:gd name="adj" fmla="val 13333"/>
            </a:avLst>
          </a:prstGeom>
          <a:solidFill>
            <a:srgbClr val="EDF6EE"/>
          </a:solidFill>
          <a:ln/>
        </p:spPr>
      </p:sp>
      <p:sp>
        <p:nvSpPr>
          <p:cNvPr id="7" name="Text 4"/>
          <p:cNvSpPr/>
          <p:nvPr/>
        </p:nvSpPr>
        <p:spPr>
          <a:xfrm>
            <a:off x="1691640" y="566928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この形なら、そのまま書き換えて【更新】を押すだけです。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記号だらけの画面になったら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押すだけで直ります。ご安心ください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4_コードエディターの注意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37360"/>
            <a:ext cx="6858000" cy="33415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82880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2240280"/>
            <a:ext cx="3931920" cy="731520"/>
          </a:xfrm>
          <a:prstGeom prst="roundRect">
            <a:avLst>
              <a:gd name="adj" fmla="val 12500"/>
            </a:avLst>
          </a:prstGeom>
          <a:solidFill>
            <a:srgbClr val="2271B1"/>
          </a:solidFill>
          <a:ln/>
        </p:spPr>
      </p:sp>
      <p:sp>
        <p:nvSpPr>
          <p:cNvPr id="8" name="Text 5"/>
          <p:cNvSpPr/>
          <p:nvPr/>
        </p:nvSpPr>
        <p:spPr>
          <a:xfrm>
            <a:off x="7726680" y="24231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コードエディターを終了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0" y="3108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を押してください。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26680" y="3657600"/>
            <a:ext cx="3931920" cy="2011680"/>
          </a:xfrm>
          <a:prstGeom prst="roundRect">
            <a:avLst>
              <a:gd name="adj" fmla="val 4545"/>
            </a:avLst>
          </a:prstGeom>
          <a:solidFill>
            <a:srgbClr val="FFF4EA"/>
          </a:solidFill>
          <a:ln/>
        </p:spPr>
      </p:sp>
      <p:sp>
        <p:nvSpPr>
          <p:cNvPr id="11" name="Text 8"/>
          <p:cNvSpPr/>
          <p:nvPr/>
        </p:nvSpPr>
        <p:spPr>
          <a:xfrm>
            <a:off x="7955280" y="384048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このまま書くと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表示が崩れます。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押すだけで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元に戻りますので、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ご安心ください。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コメントに返信する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5_コメン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858000" cy="33415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783080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0" y="1828800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375904" y="1819656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「承認待ち」をクリック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772400" y="2441448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0" y="248716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375904" y="24780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内容を読む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7772400" y="3099816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0" y="3145536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375904" y="313639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【承認】または【スパム】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772400" y="3758184"/>
            <a:ext cx="420624" cy="420624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0" y="3803904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375904" y="3794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【返信】でお返事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4526280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EDF6EE"/>
          </a:solidFill>
          <a:ln/>
        </p:spPr>
      </p:sp>
      <p:sp>
        <p:nvSpPr>
          <p:cNvPr id="19" name="Text 16"/>
          <p:cNvSpPr/>
          <p:nvPr/>
        </p:nvSpPr>
        <p:spPr>
          <a:xfrm>
            <a:off x="7955280" y="47091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山口様の返信は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すぐ公開されます。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726680" y="5532120"/>
            <a:ext cx="3931920" cy="685800"/>
          </a:xfrm>
          <a:prstGeom prst="roundRect">
            <a:avLst>
              <a:gd name="adj" fmla="val 13333"/>
            </a:avLst>
          </a:prstGeom>
          <a:solidFill>
            <a:srgbClr val="FFF4EA"/>
          </a:solidFill>
          <a:ln/>
        </p:spPr>
      </p:sp>
      <p:sp>
        <p:nvSpPr>
          <p:cNvPr id="21" name="Text 18"/>
          <p:cNvSpPr/>
          <p:nvPr/>
        </p:nvSpPr>
        <p:spPr>
          <a:xfrm>
            <a:off x="7955280" y="5715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B8504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いま2件が承認待ちです。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6_申込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858000" cy="334152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0" y="17830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申込が入ると同時に2つ起こります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26680" y="2240280"/>
            <a:ext cx="3931920" cy="914400"/>
          </a:xfrm>
          <a:prstGeom prst="roundRect">
            <a:avLst>
              <a:gd name="adj" fmla="val 10000"/>
            </a:avLst>
          </a:prstGeom>
          <a:solidFill>
            <a:srgbClr val="F2F5F6"/>
          </a:solidFill>
          <a:ln/>
        </p:spPr>
      </p:sp>
      <p:sp>
        <p:nvSpPr>
          <p:cNvPr id="8" name="Text 5"/>
          <p:cNvSpPr/>
          <p:nvPr/>
        </p:nvSpPr>
        <p:spPr>
          <a:xfrm>
            <a:off x="7955280" y="242316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aspathlife@gmail.com に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 通知メールが届く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26680" y="3246120"/>
            <a:ext cx="3931920" cy="731520"/>
          </a:xfrm>
          <a:prstGeom prst="roundRect">
            <a:avLst>
              <a:gd name="adj" fmla="val 12500"/>
            </a:avLst>
          </a:prstGeom>
          <a:solidFill>
            <a:srgbClr val="F2F5F6"/>
          </a:solidFill>
          <a:ln/>
        </p:spPr>
      </p:sp>
      <p:sp>
        <p:nvSpPr>
          <p:cNvPr id="10" name="Text 7"/>
          <p:cNvSpPr/>
          <p:nvPr/>
        </p:nvSpPr>
        <p:spPr>
          <a:xfrm>
            <a:off x="7955280" y="3429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この画面に記録が残る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726680" y="4114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EDF6EE"/>
          </a:solidFill>
          <a:ln/>
        </p:spPr>
      </p:sp>
      <p:sp>
        <p:nvSpPr>
          <p:cNvPr id="12" name="Text 9"/>
          <p:cNvSpPr/>
          <p:nvPr/>
        </p:nvSpPr>
        <p:spPr>
          <a:xfrm>
            <a:off x="7955280" y="42976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メールを見落としても</a:t>
            </a:r>
            <a:endParaRPr lang="en-US" sz="14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記録は必ず残ります。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772400" y="54864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お返事は、届いた通知メールに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そのまま返信すれば届きます。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「ASPATHについて」を直したいとき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ご自身の画面からは直せない作りになっています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1064240" cy="1645920"/>
          </a:xfrm>
          <a:prstGeom prst="roundRect">
            <a:avLst>
              <a:gd name="adj" fmla="val 7778"/>
            </a:avLst>
          </a:prstGeom>
          <a:solidFill>
            <a:srgbClr val="F2F5F6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20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なぜか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237744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デザインが崩れないことを最優先に、文章の位置や大きさが決まった「型」として作られています。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そのぶん編集画面には文章が出てきません。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611880"/>
            <a:ext cx="11064240" cy="1371600"/>
          </a:xfrm>
          <a:prstGeom prst="roundRect">
            <a:avLst>
              <a:gd name="adj" fmla="val 9333"/>
            </a:avLst>
          </a:prstGeom>
          <a:solidFill>
            <a:srgbClr val="EDF6EE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7947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直せないわけではありません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60120" y="42519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ご連絡いただければ、こちらで直します。サイトは止まりませんし、10分ほどで反映されます。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40080" y="521208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FF4E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次のページで「伝え方」をご説明します。この資料の番号でお知らせいただくだけで確実に伝わります。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番号でお知らせください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この資料の中で、見出しに番号を付けています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100" dirty="0"/>
          </a:p>
        </p:txBody>
      </p:sp>
      <p:pic>
        <p:nvPicPr>
          <p:cNvPr id="5" name="Image 0" descr="/sessions/compassionate-sweet-heisenberg/mnt/dev-aspath-life-main/_wp移行素材/★引継ぎ資料/画像/Y07_ページの番号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645920"/>
            <a:ext cx="4937760" cy="458506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463040" y="5623560"/>
            <a:ext cx="4937760" cy="566928"/>
          </a:xfrm>
          <a:prstGeom prst="roundRect">
            <a:avLst>
              <a:gd name="adj" fmla="val 12903"/>
            </a:avLst>
          </a:prstGeom>
          <a:solidFill>
            <a:srgbClr val="FFF4EA"/>
          </a:solidFill>
          <a:ln/>
        </p:spPr>
      </p:sp>
      <p:sp>
        <p:nvSpPr>
          <p:cNvPr id="7" name="Text 4"/>
          <p:cNvSpPr/>
          <p:nvPr/>
        </p:nvSpPr>
        <p:spPr>
          <a:xfrm>
            <a:off x="1600200" y="5760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823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番号はこの資料での呼び名です。実際のページには出ません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35240" y="17830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9" name="Text 6"/>
          <p:cNvSpPr/>
          <p:nvPr/>
        </p:nvSpPr>
        <p:spPr>
          <a:xfrm>
            <a:off x="7635240" y="1810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412480" y="18105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ASPATHの由来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635240" y="22402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12" name="Text 9"/>
          <p:cNvSpPr/>
          <p:nvPr/>
        </p:nvSpPr>
        <p:spPr>
          <a:xfrm>
            <a:off x="7635240" y="22677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412480" y="22677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ASPATHの特徴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635240" y="26974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15" name="Text 12"/>
          <p:cNvSpPr/>
          <p:nvPr/>
        </p:nvSpPr>
        <p:spPr>
          <a:xfrm>
            <a:off x="7635240" y="27249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2-1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412480" y="2724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症状に特化したトレーニング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635240" y="31546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18" name="Text 15"/>
          <p:cNvSpPr/>
          <p:nvPr/>
        </p:nvSpPr>
        <p:spPr>
          <a:xfrm>
            <a:off x="7635240" y="31821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2-2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412480" y="31821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あなた専用の運動プランを提案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635240" y="36118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21" name="Text 18"/>
          <p:cNvSpPr/>
          <p:nvPr/>
        </p:nvSpPr>
        <p:spPr>
          <a:xfrm>
            <a:off x="7635240" y="36393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412480" y="36393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オンラインも対応！自宅からも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7635240" y="40690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24" name="Text 21"/>
          <p:cNvSpPr/>
          <p:nvPr/>
        </p:nvSpPr>
        <p:spPr>
          <a:xfrm>
            <a:off x="7635240" y="40965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8412480" y="40965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根本から生まれ変わる「3つの芯」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7635240" y="45262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27" name="Text 24"/>
          <p:cNvSpPr/>
          <p:nvPr/>
        </p:nvSpPr>
        <p:spPr>
          <a:xfrm>
            <a:off x="7635240" y="45537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2-5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45537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人生をさらに豊かに彩るために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635240" y="49834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30" name="Text 27"/>
          <p:cNvSpPr/>
          <p:nvPr/>
        </p:nvSpPr>
        <p:spPr>
          <a:xfrm>
            <a:off x="7635240" y="50109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2-6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412480" y="5010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医療・地域と連携／第3の居場所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7635240" y="5440680"/>
            <a:ext cx="658368" cy="329184"/>
          </a:xfrm>
          <a:prstGeom prst="roundRect">
            <a:avLst>
              <a:gd name="adj" fmla="val 16667"/>
            </a:avLst>
          </a:prstGeom>
          <a:solidFill>
            <a:srgbClr val="DD8236"/>
          </a:solidFill>
          <a:ln/>
        </p:spPr>
      </p:sp>
      <p:sp>
        <p:nvSpPr>
          <p:cNvPr id="33" name="Text 30"/>
          <p:cNvSpPr/>
          <p:nvPr/>
        </p:nvSpPr>
        <p:spPr>
          <a:xfrm>
            <a:off x="7635240" y="546811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2-7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412480" y="54681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エビデンスの活用と共同研究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そのまま使える連絡の文例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LINEやメールに、この形でお送りください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2F5F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文章を直したいとき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ASPATHについて のページ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【場所】2-3 オンラインも対応！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【いまの文章】家が遠くても、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【こう変えたい】遠方の方も、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2F5F6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写真を差し替えたいとき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83680" y="23774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ASPATHについて のページ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【場所】2-1 症状に特化した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　　　　トレーニング の写真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E2D3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【新しい写真】LINEに添付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4069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うまく伝えるコツ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85800" y="452628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番号を書く … 「2-3の」だけで確実に伝わります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いまの文章を10文字ほど写す … 番号がなくても場所が分かります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画面写真を撮って送る … いちばん確実です。丸を付けていただければ完璧です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E2D3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完璧な文章でなくて構いません …「もう少し優しい言い方に」だけでも大丈夫です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6465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困ったとき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768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ほとんどのことは元に戻せます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B4B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こんなとき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どうする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直したのにサイトが変わらない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Ctrl を押しながら F5。それでも変わらなければご連絡ください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記事が一覧に出てこない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カテゴリーのチェックが抜けています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記号だらけの画面になった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右上の「コードエディターを終了」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間違えて消してしまった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ゴミ箱に残っています。「投稿一覧」→「ゴミ箱」から戻せます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画面が真っ白になった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D34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何も操作せず、そのままご連絡ください</a:t>
                      </a:r>
                      <a:endParaRPr lang="en-US" sz="15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2920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EDF6EE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521208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操作を間違えても、元に戻せないことはほとんどありません。迷ったら、そのままご連絡ください。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よく使う3つ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ブックマークをおすすめします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338560" y="63093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E969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32596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574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記事を書く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48716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aspath-life.com/wp-admin/post-new.php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324612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32596B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38328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コメントを見る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60120" y="38130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aspath-life.com/wp-admin/edit-comments.php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457200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32596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初回体験の申込を見る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60120" y="513892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aspath-life.com/wp-admin/edit.php?post_type=aspath_trial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ご不明な点は、いつでもお気軽にお知らせください。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2026-08-22T19:13:24Z</dcterms:created>
  <dcterms:modified xsi:type="dcterms:W3CDTF">2026-08-22T19:13:24Z</dcterms:modified>
</cp:coreProperties>
</file>