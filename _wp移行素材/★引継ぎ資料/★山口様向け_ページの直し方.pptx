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ホームページの直し方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60120" y="3108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2026年8月23日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3931920"/>
            <a:ext cx="6766560" cy="1554480"/>
          </a:xfrm>
          <a:prstGeom prst="roundRect">
            <a:avLst>
              <a:gd name="adj" fmla="val 7059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29768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操作を間違えても、元に戻せないことはほとんどありません。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迷ったら、そのままご連絡ください。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ページには2種類あります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はじめに、これだけ知っておいてください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5394960" cy="685800"/>
          </a:xfrm>
          <a:prstGeom prst="roundRect">
            <a:avLst>
              <a:gd name="adj" fmla="val 18667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194560"/>
            <a:ext cx="5394960" cy="2286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コラム・お知らせ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山口様ご自身で</a:t>
            </a:r>
            <a:endParaRPr lang="en-US" sz="26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直せます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 1〜4章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4EA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737360"/>
            <a:ext cx="5394960" cy="685800"/>
          </a:xfrm>
          <a:prstGeom prst="roundRect">
            <a:avLst>
              <a:gd name="adj" fmla="val 18667"/>
            </a:avLst>
          </a:prstGeom>
          <a:solidFill>
            <a:srgbClr val="DD823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194560"/>
            <a:ext cx="5394960" cy="228600"/>
          </a:xfrm>
          <a:prstGeom prst="rect">
            <a:avLst/>
          </a:prstGeom>
          <a:solidFill>
            <a:srgbClr val="DD8236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8368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ASPATHについて／プランと料金／アクセス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108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</a:t>
            </a:r>
            <a:endParaRPr lang="en-US" sz="26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こちらで直します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 5章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「ASPATHについて」は右側です。どこをどう直したいかをお知らせいただければ、10分ほどで反映できます。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記事を新しく書く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投稿を追加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2_投稿を追加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2880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375904" y="18196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タイトルを入れる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72400" y="2441448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487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75904" y="24780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3099816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314553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75904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80390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375904" y="3794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アイキャッチ画像を選ぶ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72400" y="4416552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0" y="4462272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375904" y="44531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右上の【公開】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726680" y="521208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FFF4EA"/>
          </a:solidFill>
          <a:ln/>
        </p:spPr>
      </p:sp>
      <p:sp>
        <p:nvSpPr>
          <p:cNvPr id="22" name="Text 19"/>
          <p:cNvSpPr/>
          <p:nvPr/>
        </p:nvSpPr>
        <p:spPr>
          <a:xfrm>
            <a:off x="7955280" y="5394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カテゴリーを選び忘れると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一覧に出てきません。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カテゴリーは必ず選んでください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ここだけ、いちばん間違えやすいところです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94960" cy="1828800"/>
          </a:xfrm>
          <a:prstGeom prst="roundRect">
            <a:avLst>
              <a:gd name="adj" fmla="val 7000"/>
            </a:avLst>
          </a:prstGeom>
          <a:solidFill>
            <a:srgbClr val="EDF6E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読みもの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（症状の話・自宅でできる運動 など）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94960" cy="1828800"/>
          </a:xfrm>
          <a:prstGeom prst="roundRect">
            <a:avLst>
              <a:gd name="adj" fmla="val 7000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2940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（キャンペーン・講演 など）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069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どちらにもチェックが入っていないと、書けているのに一覧のどこにも出てきません。公開する前にもう一度ご確認ください。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264653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大事なお知らせを一番上に　→　右側の「先頭に固定表示」にチェック（「重要」の印が付きます）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書いた記事を後から直す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公開した記事も、何度でも直せます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1_投稿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2880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375904" y="18196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直したい記事の題名をクリック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72400" y="2441448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487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75904" y="24780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文章を直す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3099816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314553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75904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右上の【更新】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772400" y="3931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題名の下にマウスを乗せると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772400" y="43434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 … しっかり直す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クイック編集 … 題名だけ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 … 実際のページを見る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編集画面はこう見えていれば正常です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文章がそのまま読める状態が正しい画面です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3_記事を編集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9235440" cy="44999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63040" y="5486400"/>
            <a:ext cx="9235440" cy="68580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1691640" y="566928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この形なら、そのまま書き換えて【更新】を押すだけです。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記号だらけの画面になったら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押すだけで直ります。ご安心ください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4_コードエディターの注意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858000" cy="33415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2271B1"/>
          </a:solidFill>
          <a:ln/>
        </p:spPr>
      </p:sp>
      <p:sp>
        <p:nvSpPr>
          <p:cNvPr id="8" name="Text 5"/>
          <p:cNvSpPr/>
          <p:nvPr/>
        </p:nvSpPr>
        <p:spPr>
          <a:xfrm>
            <a:off x="7726680" y="2423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コードエディターを終了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0" y="3108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を押してください。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26680" y="365760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FFF4EA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38404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このまま書くと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表示が崩れます。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押すだけで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元に戻りますので、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ご安心ください。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コメントに返信する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5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2880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375904" y="18196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72400" y="2441448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487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75904" y="24780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内容を読む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3099816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314553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75904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【承認】または【スパム】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80390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375904" y="3794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【返信】でお返事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452628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EDF6EE"/>
          </a:solidFill>
          <a:ln/>
        </p:spPr>
      </p:sp>
      <p:sp>
        <p:nvSpPr>
          <p:cNvPr id="19" name="Text 16"/>
          <p:cNvSpPr/>
          <p:nvPr/>
        </p:nvSpPr>
        <p:spPr>
          <a:xfrm>
            <a:off x="7955280" y="4709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山口様の返信は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すぐ公開されます。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726680" y="5532120"/>
            <a:ext cx="3931920" cy="822960"/>
          </a:xfrm>
          <a:prstGeom prst="roundRect">
            <a:avLst>
              <a:gd name="adj" fmla="val 11111"/>
            </a:avLst>
          </a:prstGeom>
          <a:solidFill>
            <a:srgbClr val="FFF4EA"/>
          </a:solidFill>
          <a:ln/>
        </p:spPr>
      </p:sp>
      <p:sp>
        <p:nvSpPr>
          <p:cNvPr id="21" name="Text 18"/>
          <p:cNvSpPr/>
          <p:nvPr/>
        </p:nvSpPr>
        <p:spPr>
          <a:xfrm>
            <a:off x="79552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承認待ちは宣伝目的の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スパムが多いです。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6_申込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申込が入ると同時に2つ起こります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423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aspathlife@gmail.com に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通知メールが届く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324612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429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この画面に記録が残る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726680" y="4114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EDF6EE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2976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メールを見落としても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記録は必ず残ります。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0" y="54864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お返事は、届いた通知メールに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そのまま返信すれば届きます。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「ASPATHについて」を直したいとき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ご自身の画面からは直せない作りになっています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1064240" cy="1645920"/>
          </a:xfrm>
          <a:prstGeom prst="roundRect">
            <a:avLst>
              <a:gd name="adj" fmla="val 7778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20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なぜか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デザインが崩れないことを最優先に、文章の位置や大きさが決まった「型」として作られています。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そのぶん編集画面には文章が出てきません。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61188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7947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直せないわけではありません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ご連絡いただければ、こちらで直します。サイトは止まりませんし、10分ほどで反映されます。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212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FF4E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次のページで「伝え方」をご説明します。この資料の番号でお知らせいただくだけで確実に伝わります。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番号でお知らせください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この資料の中で、見出しに番号を付けています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7_ページの番号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45920"/>
            <a:ext cx="4937760" cy="458506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63040" y="5623560"/>
            <a:ext cx="4937760" cy="566928"/>
          </a:xfrm>
          <a:prstGeom prst="roundRect">
            <a:avLst>
              <a:gd name="adj" fmla="val 12903"/>
            </a:avLst>
          </a:prstGeom>
          <a:solidFill>
            <a:srgbClr val="FFF4EA"/>
          </a:solidFill>
          <a:ln/>
        </p:spPr>
      </p:sp>
      <p:sp>
        <p:nvSpPr>
          <p:cNvPr id="7" name="Text 4"/>
          <p:cNvSpPr/>
          <p:nvPr/>
        </p:nvSpPr>
        <p:spPr>
          <a:xfrm>
            <a:off x="1600200" y="5760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番号はこの資料での呼び名です。実際のページには出ません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35240" y="17830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810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12480" y="1810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ASPATHの由来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22402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12" name="Text 9"/>
          <p:cNvSpPr/>
          <p:nvPr/>
        </p:nvSpPr>
        <p:spPr>
          <a:xfrm>
            <a:off x="7635240" y="22677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412480" y="2267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ASPATHの特徴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635240" y="26974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15" name="Text 12"/>
          <p:cNvSpPr/>
          <p:nvPr/>
        </p:nvSpPr>
        <p:spPr>
          <a:xfrm>
            <a:off x="7635240" y="27249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412480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症状に特化したトレーニング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635240" y="31546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18" name="Text 15"/>
          <p:cNvSpPr/>
          <p:nvPr/>
        </p:nvSpPr>
        <p:spPr>
          <a:xfrm>
            <a:off x="7635240" y="31821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412480" y="3182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あなた専用の運動プランを提案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635240" y="36118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36393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412480" y="36393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オンラインも対応！自宅からも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635240" y="40690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24" name="Text 21"/>
          <p:cNvSpPr/>
          <p:nvPr/>
        </p:nvSpPr>
        <p:spPr>
          <a:xfrm>
            <a:off x="7635240" y="4096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412480" y="4096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根本から生まれ変わる「3つの芯」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635240" y="45262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27" name="Text 24"/>
          <p:cNvSpPr/>
          <p:nvPr/>
        </p:nvSpPr>
        <p:spPr>
          <a:xfrm>
            <a:off x="7635240" y="45537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人生をさらに豊かに彩るために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635240" y="49834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30" name="Text 27"/>
          <p:cNvSpPr/>
          <p:nvPr/>
        </p:nvSpPr>
        <p:spPr>
          <a:xfrm>
            <a:off x="7635240" y="50109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2-6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12480" y="5010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医療・地域と連携／第3の居場所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635240" y="54406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33" name="Text 30"/>
          <p:cNvSpPr/>
          <p:nvPr/>
        </p:nvSpPr>
        <p:spPr>
          <a:xfrm>
            <a:off x="7635240" y="54681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412480" y="5468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エビデンスの活用と共同研究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そのまま使える連絡の文例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LINEやメールに、この形でお送りください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文章を直したいとき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ASPATHについて のページ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【場所】2-3 オンラインも対応！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【いまの文章】家が遠くても、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【こう変えたい】遠方の方も、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写真を差し替えたいとき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ASPATHについて のページ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【場所】2-1 症状に特化した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トレーニング の写真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【新しい写真】LINEに添付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うまく伝えるコツ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85800" y="452628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番号を書く … 「2-3の」だけで確実に伝わります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いまの文章を10文字ほど写す … 番号がなくても場所が分かります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画面写真を撮って送る … いちばん確実です。丸を付けていただければ完璧です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完璧な文章でなくて構いません …「もう少し優しい言い方に」だけでも大丈夫です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ほとんどのことは元に戻せます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こんなとき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直したのにサイトが変わらない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Ctrl を押しながら F5。それでも変わらなければご連絡ください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記事が一覧に出てこない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カテゴリーのチェックが抜けています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記号だらけの画面になった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右上の「コードエディターを終了」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間違えて消してしまった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ゴミ箱に残っています。「投稿一覧」→「ゴミ箱」から戻せます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画面が真っ白になった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何も操作せず、そのままご連絡ください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2920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212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操作を間違えても、元に戻せないことはほとんどありません。迷ったら、そのままご連絡ください。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よく使う3つ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ブックマークをおすすめします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4871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aspath-life.com/wp-admin/post-new.php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32596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3832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コメントを見る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8130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aspath-life.com/wp-admin/edit-comments.php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32596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51389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aspath-life.com/wp-admin/edit.php?post_type=aspath_trial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ご不明な点は、いつでもお気軽にお知らせください。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2026-09-03T16:06:51Z</dcterms:created>
  <dcterms:modified xsi:type="dcterms:W3CDTF">2026-09-03T16:06:51Z</dcterms:modified>
</cp:coreProperties>
</file>