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46304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8096" cy="146304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4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2320246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92040" y="15727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892040" y="199339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ホームページの直し方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4892040" y="296265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山口様へ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操作を間違えても、元に戻せないことはほとんどありません。迷ったら、そのままご連絡ください。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892040" y="4736592"/>
            <a:ext cx="1828800" cy="182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92040" y="48646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51937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動くことを楽しむ。明日につながる。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5596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C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aspath-life.com　／　2026年8月23日　ASPATH 様　ご納品資料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ページには2種類あります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はじめに、これだけ知っておいてください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5394960" cy="3200400"/>
          </a:xfrm>
          <a:prstGeom prst="roundRect">
            <a:avLst>
              <a:gd name="adj" fmla="val 4000"/>
            </a:avLst>
          </a:prstGeom>
          <a:solidFill>
            <a:srgbClr val="EDF6EE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737360"/>
            <a:ext cx="5394960" cy="685800"/>
          </a:xfrm>
          <a:prstGeom prst="roundRect">
            <a:avLst>
              <a:gd name="adj" fmla="val 18667"/>
            </a:avLst>
          </a:prstGeom>
          <a:solidFill>
            <a:srgbClr val="2E7D32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2194560"/>
            <a:ext cx="539496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1440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コラム・お知らせ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14400" y="31089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山口様ご自身で</a:t>
            </a:r>
            <a:endParaRPr lang="en-US" sz="2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直せます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この資料の 1〜4章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309360" y="1737360"/>
            <a:ext cx="5394960" cy="3200400"/>
          </a:xfrm>
          <a:prstGeom prst="roundRect">
            <a:avLst>
              <a:gd name="adj" fmla="val 4000"/>
            </a:avLst>
          </a:prstGeom>
          <a:solidFill>
            <a:srgbClr val="FFF4EA"/>
          </a:solidFill>
          <a:ln/>
        </p:spPr>
      </p:sp>
      <p:sp>
        <p:nvSpPr>
          <p:cNvPr id="15" name="Shape 12"/>
          <p:cNvSpPr/>
          <p:nvPr/>
        </p:nvSpPr>
        <p:spPr>
          <a:xfrm>
            <a:off x="6309360" y="1737360"/>
            <a:ext cx="5394960" cy="685800"/>
          </a:xfrm>
          <a:prstGeom prst="roundRect">
            <a:avLst>
              <a:gd name="adj" fmla="val 18667"/>
            </a:avLst>
          </a:prstGeom>
          <a:solidFill>
            <a:srgbClr val="DD8236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9360" y="2194560"/>
            <a:ext cx="5394960" cy="228600"/>
          </a:xfrm>
          <a:prstGeom prst="rect">
            <a:avLst/>
          </a:prstGeom>
          <a:solidFill>
            <a:srgbClr val="DD8236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58368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ASPATHについて／プランと料金／アクセス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83680" y="31089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ご連絡ください</a:t>
            </a:r>
            <a:endParaRPr lang="en-US" sz="2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こちらで直します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58368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この資料の 5章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0080" y="5212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2F5F6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5394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「ASPATHについて」は右側です。どこをどう直したいかをお知らせいただければ、10分ほどで反映できます。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記事を新しく書く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 → 投稿を追加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Y02_投稿を追加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858000" cy="334152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0" y="1783080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0" y="18288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75904" y="18196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タイトルを入れる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772400" y="2441448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248716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375904" y="24780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本文を書く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772400" y="3099816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0" y="314553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375904" y="3136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カテゴリーを選ぶ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772400" y="3758184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0" y="380390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375904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アイキャッチ画像を選ぶ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772400" y="4416552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7"/>
          <p:cNvSpPr/>
          <p:nvPr/>
        </p:nvSpPr>
        <p:spPr>
          <a:xfrm>
            <a:off x="7772400" y="4462272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8375904" y="4453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右上の【公開】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7726680" y="52120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4EA"/>
          </a:solidFill>
          <a:ln/>
        </p:spPr>
      </p:sp>
      <p:sp>
        <p:nvSpPr>
          <p:cNvPr id="24" name="Text 20"/>
          <p:cNvSpPr/>
          <p:nvPr/>
        </p:nvSpPr>
        <p:spPr>
          <a:xfrm>
            <a:off x="7955280" y="5394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カテゴリーを選び忘れると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一覧に出てきません。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カテゴリーは必ず選んでください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ここだけ、いちばん間違えやすいところです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5394960" cy="1828800"/>
          </a:xfrm>
          <a:prstGeom prst="roundRect">
            <a:avLst>
              <a:gd name="adj" fmla="val 7000"/>
            </a:avLst>
          </a:prstGeom>
          <a:solidFill>
            <a:srgbClr val="EDF6EE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コラム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60120" y="2651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読みもの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（症状の話・自宅でできる運動 など）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394960" cy="1828800"/>
          </a:xfrm>
          <a:prstGeom prst="roundRect">
            <a:avLst>
              <a:gd name="adj" fmla="val 7000"/>
            </a:avLst>
          </a:prstGeom>
          <a:solidFill>
            <a:srgbClr val="EDF6EE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629400" y="2651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告知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（キャンペーン・講演 など）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3886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4E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069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どちらにもチェックが入っていないと、書けているのに一覧のどこにも出てきません。公開する前にもう一度ご確認ください。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51206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264653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大事なお知らせを一番上に　→　右側の「先頭に固定表示」にチェック（「重要」の印が付きます）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書いた記事を後から直す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公開した記事も、何度でも直せます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Y01_投稿一覧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858000" cy="334152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0" y="1783080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0" y="18288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75904" y="18196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直したい記事の題名をクリック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772400" y="2441448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248716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375904" y="24780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文章を直す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772400" y="3099816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0" y="314553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375904" y="3136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右上の【更新】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77240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題名の下にマウスを乗せると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772400" y="43434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 … しっかり直す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クイック編集 … 題名だけ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 … 実際のページを見る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編集画面はこう見えていれば正常です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文章がそのまま読める状態が正しい画面です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Y03_記事を編集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737360"/>
            <a:ext cx="9235440" cy="449992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63040" y="5486400"/>
            <a:ext cx="9235440" cy="685800"/>
          </a:xfrm>
          <a:prstGeom prst="roundRect">
            <a:avLst>
              <a:gd name="adj" fmla="val 13333"/>
            </a:avLst>
          </a:prstGeom>
          <a:solidFill>
            <a:srgbClr val="EDF6EE"/>
          </a:solidFill>
          <a:ln/>
        </p:spPr>
      </p:sp>
      <p:sp>
        <p:nvSpPr>
          <p:cNvPr id="9" name="Text 5"/>
          <p:cNvSpPr/>
          <p:nvPr/>
        </p:nvSpPr>
        <p:spPr>
          <a:xfrm>
            <a:off x="1691640" y="566928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この形なら、そのまま書き換えて【更新】を押すだけです。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記号だらけの画面になったら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押すだけで直ります。ご安心ください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Y04_コードエディターの注意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858000" cy="33415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0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726680" y="224028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2271B1"/>
          </a:solidFill>
          <a:ln/>
        </p:spPr>
      </p:sp>
      <p:sp>
        <p:nvSpPr>
          <p:cNvPr id="10" name="Text 6"/>
          <p:cNvSpPr/>
          <p:nvPr/>
        </p:nvSpPr>
        <p:spPr>
          <a:xfrm>
            <a:off x="7726680" y="2423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コードエディターを終了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77240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を押してください。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726680" y="365760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4EA"/>
          </a:solidFill>
          <a:ln/>
        </p:spPr>
      </p:sp>
      <p:sp>
        <p:nvSpPr>
          <p:cNvPr id="13" name="Text 9"/>
          <p:cNvSpPr/>
          <p:nvPr/>
        </p:nvSpPr>
        <p:spPr>
          <a:xfrm>
            <a:off x="7955280" y="38404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このまま書くと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表示が崩れます。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押すだけで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元に戻りますので、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ご安心ください。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コメントに返信する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Y05_コメント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858000" cy="334152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0" y="1783080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0" y="18288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75904" y="18196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「承認待ち」をクリック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772400" y="2441448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248716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375904" y="24780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内容を読む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772400" y="3099816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0" y="314553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375904" y="3136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【承認】または【スパム】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772400" y="3758184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0" y="380390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375904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【返信】でお返事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726680" y="452628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EDF6EE"/>
          </a:solidFill>
          <a:ln/>
        </p:spPr>
      </p:sp>
      <p:sp>
        <p:nvSpPr>
          <p:cNvPr id="21" name="Text 17"/>
          <p:cNvSpPr/>
          <p:nvPr/>
        </p:nvSpPr>
        <p:spPr>
          <a:xfrm>
            <a:off x="7955280" y="4709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山口様の返信は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すぐ公開されます。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726680" y="553212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FFF4EA"/>
          </a:solidFill>
          <a:ln/>
        </p:spPr>
      </p:sp>
      <p:sp>
        <p:nvSpPr>
          <p:cNvPr id="23" name="Text 19"/>
          <p:cNvSpPr/>
          <p:nvPr/>
        </p:nvSpPr>
        <p:spPr>
          <a:xfrm>
            <a:off x="7955280" y="5715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承認待ちは宣伝目的の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スパムが多いです。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初回体験の申込を見る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初回体験の申込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Y06_申込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858000" cy="33415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申込が入ると同時に2つ起こります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726680" y="224028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2F5F6"/>
          </a:solidFill>
          <a:ln/>
        </p:spPr>
      </p:sp>
      <p:sp>
        <p:nvSpPr>
          <p:cNvPr id="10" name="Text 6"/>
          <p:cNvSpPr/>
          <p:nvPr/>
        </p:nvSpPr>
        <p:spPr>
          <a:xfrm>
            <a:off x="7955280" y="2423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aspathlife@gmail.com に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 通知メールが届く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726680" y="324612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F2F5F6"/>
          </a:solidFill>
          <a:ln/>
        </p:spPr>
      </p:sp>
      <p:sp>
        <p:nvSpPr>
          <p:cNvPr id="12" name="Text 8"/>
          <p:cNvSpPr/>
          <p:nvPr/>
        </p:nvSpPr>
        <p:spPr>
          <a:xfrm>
            <a:off x="795528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この画面に記録が残る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726680" y="411480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EDF6EE"/>
          </a:solidFill>
          <a:ln/>
        </p:spPr>
      </p:sp>
      <p:sp>
        <p:nvSpPr>
          <p:cNvPr id="14" name="Text 10"/>
          <p:cNvSpPr/>
          <p:nvPr/>
        </p:nvSpPr>
        <p:spPr>
          <a:xfrm>
            <a:off x="7955280" y="4297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メールを見落としても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記録は必ず残ります。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772400" y="5486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お返事は、届いた通知メールに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そのまま返信すれば届きます。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「ASPATHについて」を直したいとき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ご自身の画面からは直せない作りになっています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11064240" cy="1645920"/>
          </a:xfrm>
          <a:prstGeom prst="roundRect">
            <a:avLst>
              <a:gd name="adj" fmla="val 7778"/>
            </a:avLst>
          </a:prstGeom>
          <a:solidFill>
            <a:srgbClr val="F2F5F6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1920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なぜか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2377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デザインが崩れないことを最優先に、文章の位置や大きさが決まった「型」として作られています。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そのぶん編集画面には文章が出てきません。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611880"/>
            <a:ext cx="11064240" cy="1371600"/>
          </a:xfrm>
          <a:prstGeom prst="roundRect">
            <a:avLst>
              <a:gd name="adj" fmla="val 9333"/>
            </a:avLst>
          </a:prstGeom>
          <a:solidFill>
            <a:srgbClr val="EDF6EE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794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直せないわけではありません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60120" y="4251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ご連絡いただければ、こちらで直します。サイトは止まりませんし、10分ほどで反映されます。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40080" y="5212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4E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394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次のページで「伝え方」をご説明します。この資料の番号でお知らせいただくだけで確実に伝わります。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番号でお知らせください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この資料の中で、見出しに番号を付けています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Y07_ページの番号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45920"/>
            <a:ext cx="4937760" cy="458506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63040" y="562356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FFF4EA"/>
          </a:solidFill>
          <a:ln/>
        </p:spPr>
      </p:sp>
      <p:sp>
        <p:nvSpPr>
          <p:cNvPr id="9" name="Text 5"/>
          <p:cNvSpPr/>
          <p:nvPr/>
        </p:nvSpPr>
        <p:spPr>
          <a:xfrm>
            <a:off x="1600200" y="5760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番号はこの資料での呼び名です。実際のページには出ません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635240" y="178308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DD8236"/>
          </a:solidFill>
          <a:ln/>
        </p:spPr>
      </p:sp>
      <p:sp>
        <p:nvSpPr>
          <p:cNvPr id="11" name="Text 7"/>
          <p:cNvSpPr/>
          <p:nvPr/>
        </p:nvSpPr>
        <p:spPr>
          <a:xfrm>
            <a:off x="7635240" y="1810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412480" y="1810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ASPATHの由来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635240" y="224028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DD8236"/>
          </a:solidFill>
          <a:ln/>
        </p:spPr>
      </p:sp>
      <p:sp>
        <p:nvSpPr>
          <p:cNvPr id="14" name="Text 10"/>
          <p:cNvSpPr/>
          <p:nvPr/>
        </p:nvSpPr>
        <p:spPr>
          <a:xfrm>
            <a:off x="7635240" y="22677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412480" y="22677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ASPATHの特徴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635240" y="269748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DD8236"/>
          </a:solidFill>
          <a:ln/>
        </p:spPr>
      </p:sp>
      <p:sp>
        <p:nvSpPr>
          <p:cNvPr id="17" name="Text 13"/>
          <p:cNvSpPr/>
          <p:nvPr/>
        </p:nvSpPr>
        <p:spPr>
          <a:xfrm>
            <a:off x="7635240" y="27249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2-1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412480" y="2724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症状に特化したトレーニング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635240" y="315468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DD8236"/>
          </a:solidFill>
          <a:ln/>
        </p:spPr>
      </p:sp>
      <p:sp>
        <p:nvSpPr>
          <p:cNvPr id="20" name="Text 16"/>
          <p:cNvSpPr/>
          <p:nvPr/>
        </p:nvSpPr>
        <p:spPr>
          <a:xfrm>
            <a:off x="7635240" y="31821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2-2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412480" y="31821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あなた専用の運動プランを提案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635240" y="361188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DD8236"/>
          </a:solidFill>
          <a:ln/>
        </p:spPr>
      </p:sp>
      <p:sp>
        <p:nvSpPr>
          <p:cNvPr id="23" name="Text 19"/>
          <p:cNvSpPr/>
          <p:nvPr/>
        </p:nvSpPr>
        <p:spPr>
          <a:xfrm>
            <a:off x="7635240" y="36393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2-3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412480" y="3639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オンラインも対応！自宅からも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635240" y="406908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DD8236"/>
          </a:solidFill>
          <a:ln/>
        </p:spPr>
      </p:sp>
      <p:sp>
        <p:nvSpPr>
          <p:cNvPr id="26" name="Text 22"/>
          <p:cNvSpPr/>
          <p:nvPr/>
        </p:nvSpPr>
        <p:spPr>
          <a:xfrm>
            <a:off x="7635240" y="4096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2-4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412480" y="4096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根本から生まれ変わる「3つの芯」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7635240" y="452628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DD8236"/>
          </a:solidFill>
          <a:ln/>
        </p:spPr>
      </p:sp>
      <p:sp>
        <p:nvSpPr>
          <p:cNvPr id="29" name="Text 25"/>
          <p:cNvSpPr/>
          <p:nvPr/>
        </p:nvSpPr>
        <p:spPr>
          <a:xfrm>
            <a:off x="7635240" y="45537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2-5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8412480" y="45537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人生をさらに豊かに彩るために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7635240" y="498348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DD8236"/>
          </a:solidFill>
          <a:ln/>
        </p:spPr>
      </p:sp>
      <p:sp>
        <p:nvSpPr>
          <p:cNvPr id="32" name="Text 28"/>
          <p:cNvSpPr/>
          <p:nvPr/>
        </p:nvSpPr>
        <p:spPr>
          <a:xfrm>
            <a:off x="7635240" y="50109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2-6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8412480" y="5010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医療・地域と連携／第3の居場所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7635240" y="544068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DD8236"/>
          </a:solidFill>
          <a:ln/>
        </p:spPr>
      </p:sp>
      <p:sp>
        <p:nvSpPr>
          <p:cNvPr id="35" name="Text 31"/>
          <p:cNvSpPr/>
          <p:nvPr/>
        </p:nvSpPr>
        <p:spPr>
          <a:xfrm>
            <a:off x="7635240" y="54681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2-7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8412480" y="54681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エビデンスの活用と共同研究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そのまま使える連絡の文例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LINEやメールに、この形でお送りください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2F5F6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文章を直したいとき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2377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ASPATHについて のページ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【場所】2-3 オンラインも対応！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【いまの文章】家が遠くても、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【こう変えたい】遠方の方も、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7373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2F5F6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写真を差し替えたいとき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83680" y="2377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ASPATHについて のページ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【場所】2-1 症状に特化した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　　　トレーニング の写真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【新しい写真】LINEに添付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4069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うまく伝えるコツ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85800" y="45262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番号を書く … 「2-3の」だけで確実に伝わります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いまの文章を10文字ほど写す … 番号がなくても場所が分かります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画面写真を撮って送る … いちばん確実です。丸を付けていただければ完璧です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完璧な文章でなくて構いません …「もう少し優しい言い方に」だけでも大丈夫です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ほとんどのことは元に戻せます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こんなとき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どうする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直したのにサイトが変わらない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Ctrl を押しながら F5。それでも変わらなければご連絡ください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記事が一覧に出てこない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カテゴリーのチェックが抜けています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記号だらけの画面になった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右上の「コードエディターを終了」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間違えて消してしまった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ゴミ箱に残っています。「投稿一覧」→「ゴミ箱」から戻せます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画面が真っ白になった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何も操作せず、そのままご連絡ください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029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DF6EE"/>
          </a:solidFill>
          <a:ln/>
        </p:spPr>
      </p:sp>
      <p:sp>
        <p:nvSpPr>
          <p:cNvPr id="9" name="Text 5"/>
          <p:cNvSpPr/>
          <p:nvPr/>
        </p:nvSpPr>
        <p:spPr>
          <a:xfrm>
            <a:off x="868680" y="5212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操作を間違えても、元に戻せないことはほとんどありません。迷ったら、そのままご連絡ください。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BA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よく使う3つ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ブックマークをおすすめします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6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32596B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057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記事を書く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60120" y="24871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aspath-life.com/wp-admin/post-new.php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24612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32596B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コメントを見る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60120" y="38130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aspath-life.com/wp-admin/edit-comments.php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457200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32596B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4709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初回体験の申込を見る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60120" y="51389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aspath-life.com/wp-admin/edit.php?post_type=aspath_trial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ご不明な点は、いつでもお気軽にお知らせください。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2026-09-06T18:22:04Z</dcterms:created>
  <dcterms:modified xsi:type="dcterms:W3CDTF">2026-09-06T18:22:04Z</dcterms:modified>
</cp:coreProperties>
</file>