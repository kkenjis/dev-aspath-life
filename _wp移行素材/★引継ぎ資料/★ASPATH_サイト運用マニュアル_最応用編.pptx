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この冊子は、点検を「毎月やる作業」として定着させることが目的。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実例3つ。すべてこの案件で実際に起きた。見た目では分からないことを強調。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F12→Console→貼る。これだけ。実際に一度やってもらう。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初回だけ Chrome が貼り付けをブロックする。allow pasting の入力が必要。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9項目。1つでも×があれば、そのページ名と理由が出力されます。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サイトマップに載ってはいけないURLが入ると、Search Consoleに警告が出る。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301転送は評価を引き継ぐ。削除だと捨てることになる。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画面に無い内容の申告は規約違反。ここは特に重要。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画像404は見ればわかるが、下の方は見落としやすい。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×が出ても慌てなくてよい。コピーして送れば済む。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この3つ以外は開発側に連絡でよい。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判断を求めない。コピーして送れば済む形にしておく。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月1回＋テーマ更新後。カレンダー登録まで一緒にやるとよい。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編集を強制しない。できなくても点検は回る。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点検の実績を示して、やる価値があることを伝えて終了。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25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600" kern="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サイト運用マニュアル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2286000" cy="585216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92608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応 用 編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公開したあとの点検と、直し方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サイトは作って終わりではありません。壊れていないかを定期的に確かめる、その方法をまとめました。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　ASPATH 様　ご納品資料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なぜ点検が必要なのか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公開したあとにも、壊れることがあります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459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画像1枚ごとに</a:t>
            </a:r>
            <a:endParaRPr lang="en-US" sz="13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中身の無いページが</a:t>
            </a:r>
            <a:endParaRPr lang="en-US" sz="13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作られていた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Googleのサイトリンクに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「ASPATHロゴ」として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拾われていました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80560" y="16459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FAQの構造化データ</a:t>
            </a:r>
            <a:endParaRPr lang="en-US" sz="13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6問のうち5問が</a:t>
            </a:r>
            <a:endParaRPr lang="en-US" sz="13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ページ上に無かった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5661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Googleの規約違反です。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無視されるか、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対策の対象になります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01000" y="1463040"/>
            <a:ext cx="3429000" cy="3566160"/>
          </a:xfrm>
          <a:prstGeom prst="roundRect">
            <a:avLst>
              <a:gd name="adj" fmla="val 3200"/>
            </a:avLst>
          </a:prstGeom>
          <a:solidFill>
            <a:srgbClr val="FBEDEC"/>
          </a:solidFill>
          <a:ln w="15240">
            <a:solidFill>
              <a:srgbClr val="B445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3880" y="16459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4688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コラム3本の題名が</a:t>
            </a:r>
            <a:endParaRPr lang="en-US" sz="13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60字を超えていた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183880" y="35661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2026年9月4日、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この点検スクリプトが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見つけました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5212080"/>
            <a:ext cx="10945368" cy="9144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" y="541324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13816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52728" y="5358384"/>
            <a:ext cx="10067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いずれも、見た目では気づけませんでした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サイトは普通に表示されていました。中身を機械的に調べて、はじめて分かったことです。だから点検が必要です。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点検は、5分で終わります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1つずつ手で見る必要はありません。まとめて調べる道具があります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7276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50876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Chromeでサイトを開く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https://aspath-life.com/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30428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2402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F12 キーを押す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開発者ツールが開きます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03580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71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「Console」タブを選ぶ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上のほうに並んでいます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376732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7033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点検スクリプトを貼って Enter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ファイルの中身を全部コピーします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49884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498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44348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1〜2分待つ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結果が表になって出ます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1554480"/>
            <a:ext cx="5276088" cy="1828800"/>
          </a:xfrm>
          <a:prstGeom prst="roundRect">
            <a:avLst>
              <a:gd name="adj" fmla="val 60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83096" y="175564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8309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22008" y="1700784"/>
            <a:ext cx="43982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使うファイル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ASPATHサイト点検スクリプト.js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引継ぎ資料フォルダに入っています。メモ帳で開いて、全部コピーしてください。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63640" y="3566160"/>
            <a:ext cx="5276088" cy="1371600"/>
          </a:xfrm>
          <a:prstGeom prst="roundRect">
            <a:avLst>
              <a:gd name="adj" fmla="val 8000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83096" y="376732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3096" y="3767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922008" y="3712464"/>
            <a:ext cx="4398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サイトには何も書き込みません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読み取るだけの道具です。押し間違えてサイトが壊れることはありません。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63640" y="5120640"/>
            <a:ext cx="5276088" cy="1005840"/>
          </a:xfrm>
          <a:prstGeom prst="roundRect">
            <a:avLst>
              <a:gd name="adj" fmla="val 10909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83096" y="532180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83096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922008" y="5266944"/>
            <a:ext cx="4398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ログインしたままで大丈夫です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お客様と同じ条件で読み込むよう作ってあります。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貼る場所を間違えないでください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「Console」タブです。ほかのタブでは動きません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6766560" cy="4023360"/>
          </a:xfrm>
          <a:prstGeom prst="roundRect">
            <a:avLst>
              <a:gd name="adj" fmla="val 2273"/>
            </a:avLst>
          </a:prstGeom>
          <a:solidFill>
            <a:srgbClr val="1E1E1E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645920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2D2D2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4592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9A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Elements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121408" y="1645920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264653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21408" y="164592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Console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19856" y="1645920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2D2D2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9856" y="164592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9A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Sources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18304" y="1645920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2D2D2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18304" y="164592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9A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Network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16752" y="1645920"/>
            <a:ext cx="1207008" cy="329184"/>
          </a:xfrm>
          <a:prstGeom prst="roundRect">
            <a:avLst>
              <a:gd name="adj" fmla="val 16667"/>
            </a:avLst>
          </a:prstGeom>
          <a:solidFill>
            <a:srgbClr val="2D2D2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16752" y="164592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9A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Performance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24028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＞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2240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ここにスクリプトを貼り付けて、Enter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7432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（1〜2分後、結果がここに出ます）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2004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robots.txt  wp-adminのみ禁止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サイトマップ  23件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404ページ  404かつnoindex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/taikannunndou/ … 題名69字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00400" y="1636776"/>
            <a:ext cx="347472" cy="347472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00400" y="1636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2194560"/>
            <a:ext cx="365760" cy="365760"/>
          </a:xfrm>
          <a:prstGeom prst="ellipse">
            <a:avLst/>
          </a:prstGeom>
          <a:solidFill>
            <a:srgbClr val="F4A2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635240" y="1463040"/>
            <a:ext cx="3904488" cy="1463040"/>
          </a:xfrm>
          <a:prstGeom prst="roundRect">
            <a:avLst>
              <a:gd name="adj" fmla="val 75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54696" y="166420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854696" y="1664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93608" y="1609344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Console タブ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ここを選んでいないと、貼っても何も起きません。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35240" y="3063240"/>
            <a:ext cx="3904488" cy="1463040"/>
          </a:xfrm>
          <a:prstGeom prst="roundRect">
            <a:avLst>
              <a:gd name="adj" fmla="val 7500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54696" y="32644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854696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93608" y="3209544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入力欄に貼る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「＞」の右側です。1行目から最後まで、全部貼ってください。途中で切れると動きません。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35240" y="4663440"/>
            <a:ext cx="3904488" cy="1554480"/>
          </a:xfrm>
          <a:prstGeom prst="roundRect">
            <a:avLst>
              <a:gd name="adj" fmla="val 7059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54696" y="486460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854696" y="4864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93608" y="4809744"/>
            <a:ext cx="30266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貼れないと言われたら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「許可する」と出たら、案内どおり allow pasting と打ってからもう一度貼ってください。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【1】ページごとに調べること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18ページを1つずつ、9項目で調べます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53619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536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087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ページが開けるか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517904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状態が200であること。404や500なら公開事故です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938528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011680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1984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題名の長さ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1993392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60字以内。超えるとGoogleで「…」と切られます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2414016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48716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2487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4597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説明文の長さ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46888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60〜160字。短いとGoogleが本文から勝手に拾います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2889504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62656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293522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検索に載せる設定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294436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noindexが意図せず付いていないか。逆に、外したくないページで外れていないか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" y="3364992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343814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234440" y="341071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canonical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3419856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正式なURLの指定。無いと同じ内容が複数URLで評価されます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94360" y="3840480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391363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38862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大見出し（H1）の数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3895344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ちょうど1つ。0個や2個は減点対象です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94360" y="4315968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120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04672" y="4389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34440" y="43616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OGP画像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0" y="4370832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LINEやSNSに貼ったときのサムネイル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4360" y="4791456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86460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04672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234440" y="48371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X-Robots-Tag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484632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HTMLに出ない検索除外の指定。付いていたら異常です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5266944"/>
            <a:ext cx="10945368" cy="420624"/>
          </a:xfrm>
          <a:prstGeom prst="roundRect">
            <a:avLst>
              <a:gd name="adj" fmla="val 1739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5340096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04672" y="5340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234440" y="53126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古い言葉の残存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0" y="5321808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「脳卒中専門」「ASPATH・アスパス：」が残っていないか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94360" y="5879592"/>
            <a:ext cx="10945368" cy="640080"/>
          </a:xfrm>
          <a:prstGeom prst="roundRect">
            <a:avLst>
              <a:gd name="adj" fmla="val 17143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3816" y="6080760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13816" y="6080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1252728" y="6025896"/>
            <a:ext cx="10067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9項目。1つでも×があれば、そのページ名と理由が出力されます。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【2】サイト全体の設定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サイト全体で1回だけ調べます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556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7282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robots.txt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5179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検索エンジンへの案内文。wp-adminだけ禁止が正しい状態です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3774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6700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426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サイトマップの宣言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323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robots.txt にサイトマップの場所が書かれているか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5844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570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サイトマップの件数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3467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現在23件。急に増減したら何かが起きています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42062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4988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4714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載ってはいけないURL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42611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下書きにしたページ、noindexにしたページ、タグ一覧が混ざっていないか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5257800"/>
            <a:ext cx="10945368" cy="1097280"/>
          </a:xfrm>
          <a:prstGeom prst="roundRect">
            <a:avLst>
              <a:gd name="adj" fmla="val 100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54589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5458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404104"/>
            <a:ext cx="10067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サイトマップに載ってはいけないURLが入ると、Search Consoleに警告が出る。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【3】転送と404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消したページ・移したページが、正しく処理されているか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10945368" cy="658368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655064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655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6276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旧URLの転送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51790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/for-parkinsons-disease/ が転送されるか。旧URLの評価を引き継ぐ仕組みです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176272"/>
            <a:ext cx="10945368" cy="658368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368296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368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3408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添付ファイルページ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231136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画像1枚ごとのページが転送されるか。156ページが量産されていた箇所です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2889504"/>
            <a:ext cx="10945368" cy="658368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08152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3081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05409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下書きページ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9443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/for-stroke/ が404になっているか。公開に戻っていたら事故です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3602736"/>
            <a:ext cx="10945368" cy="658368"/>
          </a:xfrm>
          <a:prstGeom prst="roundRect">
            <a:avLst>
              <a:gd name="adj" fmla="val 1111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3794760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7673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404ページの設定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404を返し、かつnoindexであること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4315968"/>
            <a:ext cx="10945368" cy="658368"/>
          </a:xfrm>
          <a:prstGeom prst="roundRect">
            <a:avLst>
              <a:gd name="adj" fmla="val 111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50799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234440" y="44805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404のcanonical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437083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出ていないこと。かつて管理画面のURLを指していました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94360" y="5166360"/>
            <a:ext cx="10945368" cy="1188720"/>
          </a:xfrm>
          <a:prstGeom prst="roundRect">
            <a:avLst>
              <a:gd name="adj" fmla="val 9231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" y="536752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3816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52728" y="5312664"/>
            <a:ext cx="1006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301転送は評価を引き継ぐ。削除だと捨てることになる。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【4】構造化データ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Googleへの申告内容が、実際の画面と合っているか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556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7282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HealthClub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5179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業種・住所・料金の申告。トップページに出ています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3774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6700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426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FAQPage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323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よくある質問の申告。トップページに6問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5844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570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画面との一致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3467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申告した質問が、実際にページ上に表示されているか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" y="42062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4988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4672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4714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申告内の画像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42611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指定した画像が実在するか。404を指していたことがあります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5257800"/>
            <a:ext cx="10945368" cy="1097280"/>
          </a:xfrm>
          <a:prstGeom prst="roundRect">
            <a:avLst>
              <a:gd name="adj" fmla="val 1000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54589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5458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404104"/>
            <a:ext cx="10067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画面に無い内容の申告は規約違反。ここは特に重要。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【5】画像とキャッシュ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見た目に直結する部分です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7FAFA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556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7282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画像の404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5179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トップページの画像が全部表示できるか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377440"/>
            <a:ext cx="10945368" cy="859536"/>
          </a:xfrm>
          <a:prstGeom prst="roundRect">
            <a:avLst>
              <a:gd name="adj" fmla="val 8511"/>
            </a:avLst>
          </a:prstGeom>
          <a:solidFill>
            <a:srgbClr val="F4E9D8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670048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426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キャッシュの状態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32304"/>
            <a:ext cx="6766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HIT＝効いている／BYPASS＝効いていない。管理者ログイン中は常にBYPASSです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3429000"/>
            <a:ext cx="10945368" cy="2926080"/>
          </a:xfrm>
          <a:prstGeom prst="roundRect">
            <a:avLst>
              <a:gd name="adj" fmla="val 3750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" y="363016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3816" y="3630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52728" y="3575304"/>
            <a:ext cx="1006754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補足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画像404は見ればわかるが、下の方は見落としやすい。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結果の読み方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 と × を見るだけです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54480"/>
            <a:ext cx="6766560" cy="2103120"/>
          </a:xfrm>
          <a:prstGeom prst="roundRect">
            <a:avLst>
              <a:gd name="adj" fmla="val 4348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42646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42646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問題がないとき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792224"/>
            <a:ext cx="63276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robots.txt  wp-adminのみ禁止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サイトマップ  23件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除外すべきURLは含まれていない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404ページ  404かつnoindex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○ FAQは画面の質問と全問一致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問題は見つかりませんでした 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886200"/>
            <a:ext cx="6766560" cy="2194560"/>
          </a:xfrm>
          <a:prstGeom prst="roundRect">
            <a:avLst>
              <a:gd name="adj" fmla="val 4167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375818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" y="37581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問題があったとき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4123944"/>
            <a:ext cx="632764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/taikannunndou/ … 題名69字（60字以内に）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/shinsenaspath/ … 説明34字（60〜160字に）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3件の問題が見つかりました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/taikannunndou/ … 題名69字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/shinsenaspath/ … 説明34字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この一覧をコピーして、そのままご連絡ください。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1554480"/>
            <a:ext cx="3904488" cy="2103120"/>
          </a:xfrm>
          <a:prstGeom prst="roundRect">
            <a:avLst>
              <a:gd name="adj" fmla="val 5217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54696" y="175564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54696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93608" y="1700784"/>
            <a:ext cx="3026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○だけなら、何もしなくてよいです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月に1回、これを確認するだけで十分です。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35240" y="3886200"/>
            <a:ext cx="3904488" cy="219456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4696" y="408736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5469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93608" y="4032504"/>
            <a:ext cx="30266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×が出たら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最後に出る一覧をコピーして、そのままご連絡ください。原因の切り分けから対応します。ご自身で直せるものは、次のページにまとめています。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×が出たとき、自分で直せるもの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この3つは管理画面から直せます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10945368" cy="1371600"/>
          </a:xfrm>
          <a:prstGeom prst="roundRect">
            <a:avLst>
              <a:gd name="adj" fmla="val 6667"/>
            </a:avLst>
          </a:prstGeom>
          <a:solidFill>
            <a:srgbClr val="EDF6EE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6733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題名が60字を超えている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937760" y="1764792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0" y="181965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SureRank →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Engine Title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7282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ページを開き、上のSureRankアイコン →「Search Engine Title」に短い題名を入れて Save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2990088"/>
            <a:ext cx="10945368" cy="1371600"/>
          </a:xfrm>
          <a:prstGeom prst="roundRect">
            <a:avLst>
              <a:gd name="adj" fmla="val 6667"/>
            </a:avLst>
          </a:prstGeom>
          <a:solidFill>
            <a:srgbClr val="EDF6EE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1546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説明文が60字未満／160字超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37760" y="324612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33009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SureRank →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Engine Description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3209544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同じパネルの説明文欄を書き換えて Save。文字数は右上に出ます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4471416"/>
            <a:ext cx="10945368" cy="1371600"/>
          </a:xfrm>
          <a:prstGeom prst="roundRect">
            <a:avLst>
              <a:gd name="adj" fmla="val 6667"/>
            </a:avLst>
          </a:prstGeom>
          <a:solidFill>
            <a:srgbClr val="EDF6EE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63600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noindexが意図せず付いている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4727448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478231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SureRank →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Advanced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469087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同じパネルの Advanced を開き、「No index」のチェックを外して Save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989320"/>
            <a:ext cx="10945368" cy="713232"/>
          </a:xfrm>
          <a:prstGeom prst="roundRect">
            <a:avLst>
              <a:gd name="adj" fmla="val 15385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" y="619048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13816" y="6190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52728" y="6135624"/>
            <a:ext cx="100675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直したら、キャッシュを消してから再点検してください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Super Page Cache →【Purge Cache】→ 5分ほど待って、もう一度スクリプトを実行します。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×が出たとき、ご連絡いただきたいもの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無理に触らないでください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444752"/>
            <a:ext cx="10945368" cy="548640"/>
          </a:xfrm>
          <a:prstGeom prst="roundRect">
            <a:avLst>
              <a:gd name="adj" fmla="val 13333"/>
            </a:avLst>
          </a:prstGeom>
          <a:solidFill>
            <a:srgbClr val="FDF5F4"/>
          </a:solidFill>
          <a:ln w="12700">
            <a:solidFill>
              <a:srgbClr val="E8CD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563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5448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ページが開けない（状態404・500）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55448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公開事故の可能性。すぐご連絡ください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066544"/>
            <a:ext cx="10945368" cy="548640"/>
          </a:xfrm>
          <a:prstGeom prst="roundRect">
            <a:avLst>
              <a:gd name="adj" fmla="val 13333"/>
            </a:avLst>
          </a:prstGeom>
          <a:solidFill>
            <a:srgbClr val="FBEDEC"/>
          </a:solidFill>
          <a:ln w="12700">
            <a:solidFill>
              <a:srgbClr val="E8CDC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218541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17627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canonicalが無い／404に出ている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1762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テーマ側の修正が外れた可能性があります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10945368" cy="548640"/>
          </a:xfrm>
          <a:prstGeom prst="roundRect">
            <a:avLst>
              <a:gd name="adj" fmla="val 13333"/>
            </a:avLst>
          </a:prstGeom>
          <a:solidFill>
            <a:srgbClr val="FDF5F4"/>
          </a:solidFill>
          <a:ln w="12700">
            <a:solidFill>
              <a:srgbClr val="E8CDC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80720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980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H1が0個または2個以上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79806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テーマまたは記事本文の構造の問題です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3310128"/>
            <a:ext cx="10945368" cy="548640"/>
          </a:xfrm>
          <a:prstGeom prst="roundRect">
            <a:avLst>
              <a:gd name="adj" fmla="val 13333"/>
            </a:avLst>
          </a:prstGeom>
          <a:solidFill>
            <a:srgbClr val="FBEDEC"/>
          </a:solidFill>
          <a:ln w="12700">
            <a:solidFill>
              <a:srgbClr val="E8CD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4290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198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サイトマップに載ってはいけないURLが混在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419856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プラグイン設定が戻った可能性があります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" y="3931920"/>
            <a:ext cx="10945368" cy="548640"/>
          </a:xfrm>
          <a:prstGeom prst="roundRect">
            <a:avLst>
              <a:gd name="adj" fmla="val 13333"/>
            </a:avLst>
          </a:prstGeom>
          <a:solidFill>
            <a:srgbClr val="FDF5F4"/>
          </a:solidFill>
          <a:ln w="12700">
            <a:solidFill>
              <a:srgbClr val="E8CDC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05079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04164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転送が効いていない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40416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テーマZIPが古いものに戻った可能性があります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" y="4553712"/>
            <a:ext cx="10945368" cy="548640"/>
          </a:xfrm>
          <a:prstGeom prst="roundRect">
            <a:avLst>
              <a:gd name="adj" fmla="val 13333"/>
            </a:avLst>
          </a:prstGeom>
          <a:solidFill>
            <a:srgbClr val="FBEDEC"/>
          </a:solidFill>
          <a:ln w="12700">
            <a:solidFill>
              <a:srgbClr val="E8CDC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467258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6634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FAQが画面の質問と一致しない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466344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Googleの規約違反にあたります。至急ご連絡ください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" y="5175504"/>
            <a:ext cx="10945368" cy="548640"/>
          </a:xfrm>
          <a:prstGeom prst="roundRect">
            <a:avLst>
              <a:gd name="adj" fmla="val 13333"/>
            </a:avLst>
          </a:prstGeom>
          <a:solidFill>
            <a:srgbClr val="FDF5F4"/>
          </a:solidFill>
          <a:ln w="12700">
            <a:solidFill>
              <a:srgbClr val="E8CDC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" y="529437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45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2852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画像が404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126480" y="528523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テーマZIPのアップロード漏れ、または画像の削除です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" y="5888736"/>
            <a:ext cx="10945368" cy="777240"/>
          </a:xfrm>
          <a:prstGeom prst="roundRect">
            <a:avLst>
              <a:gd name="adj" fmla="val 14118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" y="6089904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3816" y="6089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52728" y="6035040"/>
            <a:ext cx="10067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連絡は、結果をコピーして貼るだけで十分です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「点検で×が出ました」と書いて、出力された一覧をそのまま貼ってください。それだけで原因の見当がつきます。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いつ点検するか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毎日やる必要はありません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83080"/>
            <a:ext cx="2103120" cy="749808"/>
          </a:xfrm>
          <a:prstGeom prst="roundRect">
            <a:avLst>
              <a:gd name="adj" fmla="val 12195"/>
            </a:avLst>
          </a:prstGeom>
          <a:solidFill>
            <a:srgbClr val="2E7D3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810512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月に1回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定期点検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何もしていなくても、プラグインの更新などで変わることがあります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74136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02736" y="1783080"/>
            <a:ext cx="2103120" cy="749808"/>
          </a:xfrm>
          <a:prstGeom prst="roundRect">
            <a:avLst>
              <a:gd name="adj" fmla="val 12195"/>
            </a:avLst>
          </a:prstGeom>
          <a:solidFill>
            <a:srgbClr val="DD823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810512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テーマZIPを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上げたあと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11296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反映の確認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11296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入れ替えで前の修正が巻き戻ることがあります。いちばん重要なタイミングです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53912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82512" y="1783080"/>
            <a:ext cx="2103120" cy="749808"/>
          </a:xfrm>
          <a:prstGeom prst="roundRect">
            <a:avLst>
              <a:gd name="adj" fmla="val 12195"/>
            </a:avLst>
          </a:prstGeom>
          <a:solidFill>
            <a:srgbClr val="DD823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28232" y="1810512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プラグインを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更新したあと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91072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影響の確認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91072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SureRankやキャッシュのプラグインは、設定が初期化されることがあります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33688" y="1554480"/>
            <a:ext cx="2560320" cy="3566160"/>
          </a:xfrm>
          <a:prstGeom prst="roundRect">
            <a:avLst>
              <a:gd name="adj" fmla="val 4286"/>
            </a:avLst>
          </a:prstGeom>
          <a:solidFill>
            <a:srgbClr val="F4E9D8"/>
          </a:solidFill>
          <a:ln w="12700">
            <a:solidFill>
              <a:srgbClr val="E2D5B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62288" y="1783080"/>
            <a:ext cx="2103120" cy="749808"/>
          </a:xfrm>
          <a:prstGeom prst="roundRect">
            <a:avLst>
              <a:gd name="adj" fmla="val 12195"/>
            </a:avLst>
          </a:prstGeom>
          <a:solidFill>
            <a:srgbClr val="26465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08008" y="1810512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検索結果が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おかしいとき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070848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原因の切り分け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070848" y="31546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サイト側の問題か、Google側の問題かが分かります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303520"/>
            <a:ext cx="10945368" cy="82296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5504688"/>
            <a:ext cx="310896" cy="310896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5504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449824"/>
            <a:ext cx="10067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カレンダーに「毎月1日：サイト点検」と入れておくのがおすすめです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5分で終わります。続けることが、いちばんの予防になります。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記事が増えたら、点検範囲を広げてください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スクリプトの先頭に1行足すだけです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84280" y="635508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6766560" cy="3017520"/>
          </a:xfrm>
          <a:prstGeom prst="roundRect">
            <a:avLst>
              <a:gd name="adj" fmla="val 3030"/>
            </a:avLst>
          </a:prstGeom>
          <a:solidFill>
            <a:srgbClr val="F2F5F6"/>
          </a:solidFill>
          <a:ln w="12700">
            <a:solidFill>
              <a:srgbClr val="C9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8952" y="1472184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26465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14721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ASPATHサイト点検スクリプト.js の先頭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1837944"/>
            <a:ext cx="632764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── 点検するページ ──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ページを増やしたら、ここに1行足してください */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PAGES = [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'/', '/about/', '/services/', '/access/',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'/contact/', '/faq/', '/column/',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'/tokushoho/', '/privacy/', '/sitemap/',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'/campaign/', '/taimentraining/',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'/onlineaspath/', '/sukumiashitaisaku/',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'/taikannunndou/', '/shinsenaspath/',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'/undouwooboeruparkinson/', '/aspathkouen/',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'/新しい記事のURL/',      ← ここに足す</a:t>
            </a:r>
            <a:endParaRPr lang="en-US" sz="10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635240" y="1664208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1600200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記事のURLを確認する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aspath-life.com/○○/ の ○○ の部分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635240" y="2414016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35240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2350008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メモ帳でスクリプトを開く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35240" y="3163824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35240" y="3163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092440" y="3099816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PAGES の最後に1行足す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270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前後の書き方をまねしてください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913632"/>
            <a:ext cx="329184" cy="32918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635240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3849624"/>
            <a:ext cx="34472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上書き保存する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635240" y="4846320"/>
            <a:ext cx="3904488" cy="1280160"/>
          </a:xfrm>
          <a:prstGeom prst="roundRect">
            <a:avLst>
              <a:gd name="adj" fmla="val 8571"/>
            </a:avLst>
          </a:prstGeom>
          <a:solidFill>
            <a:srgbClr val="FDF0E6"/>
          </a:solidFill>
          <a:ln w="15240">
            <a:solidFill>
              <a:srgbClr val="DD823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54696" y="5047488"/>
            <a:ext cx="310896" cy="310896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54696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93608" y="4992624"/>
            <a:ext cx="30266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書き方の注意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前後を ' で囲み、行末に , を付けます。/ で始めて / で終わります。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" y="4846320"/>
            <a:ext cx="6766560" cy="1280160"/>
          </a:xfrm>
          <a:prstGeom prst="roundRect">
            <a:avLst>
              <a:gd name="adj" fmla="val 8571"/>
            </a:avLst>
          </a:prstGeom>
          <a:solidFill>
            <a:srgbClr val="F4E9D8"/>
          </a:solidFill>
          <a:ln w="15240">
            <a:solidFill>
              <a:srgbClr val="2646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" y="5047488"/>
            <a:ext cx="310896" cy="310896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4992624"/>
            <a:ext cx="58887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分からなければ、そのままで結構です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新しい記事を点検範囲に入れなくても、既存18ページの点検は問題なく動きます。ご連絡いただければ、こちらで足します。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最応用編のまとめ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1E3A44"/>
          </a:solidFill>
          <a:ln/>
        </p:spPr>
      </p:sp>
      <p:sp>
        <p:nvSpPr>
          <p:cNvPr id="4" name="Shape 2"/>
          <p:cNvSpPr/>
          <p:nvPr/>
        </p:nvSpPr>
        <p:spPr>
          <a:xfrm>
            <a:off x="2176272" y="205740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176272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月に1回、5分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F12 → Console →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スクリプトを貼る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6280" y="178308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1E3A44"/>
          </a:solidFill>
          <a:ln/>
        </p:spPr>
      </p:sp>
      <p:sp>
        <p:nvSpPr>
          <p:cNvPr id="9" name="Shape 7"/>
          <p:cNvSpPr/>
          <p:nvPr/>
        </p:nvSpPr>
        <p:spPr>
          <a:xfrm>
            <a:off x="5879592" y="205740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79592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○だけなら何もしない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×が出たら、一覧を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コピーして送るだけ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78308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1E3A4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82912" y="2057400"/>
            <a:ext cx="685800" cy="685800"/>
          </a:xfrm>
          <a:prstGeom prst="roundRect">
            <a:avLst>
              <a:gd name="adj" fmla="val 50667"/>
            </a:avLst>
          </a:prstGeom>
          <a:solidFill>
            <a:srgbClr val="F4A2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582912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テーマZIPの後は必ず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29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入れ替えで前の修正が</a:t>
            </a:r>
            <a:endParaRPr lang="en-US" sz="12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AFC8C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巻き戻ることがあります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66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この点検は、実際に156ページの無駄なページと、規約違反の申告と、題名超過3件を見つけました。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AC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基本編（日々の更新）／応用編（壊さない触り方）／AI活用編（プロンプト集）もあわせてご覧ください。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ASPATH サイト運用マニュアル 最応用編</dc:title>
  <dc:subject>PptxGenJS Presentation</dc:subject>
  <dc:creator>ASPATH</dc:creator>
  <cp:lastModifiedBy>ASPATH</cp:lastModifiedBy>
  <cp:revision>1</cp:revision>
  <dcterms:created xsi:type="dcterms:W3CDTF">2026-09-03T16:44:53Z</dcterms:created>
  <dcterms:modified xsi:type="dcterms:W3CDTF">2026-09-03T16:44:53Z</dcterms:modified>
</cp:coreProperties>
</file>