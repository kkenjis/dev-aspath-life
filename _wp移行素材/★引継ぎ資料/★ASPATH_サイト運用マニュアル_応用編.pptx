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基本編を終えた方向け。1回で全部やらず、必要になった章だけ開く使い方でよい。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応用編は通読しなくてよい、という前提を最初に伝える。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ここは「やらないこと」を先に伝える章。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この4つは暗記でなく、資料の場所を覚えてもらえばよい。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バックアップは「保険」。取り方だけ一度やってもらう。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有効化を押しても壊れないが、押す必要がないことを伝える。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道Bの全体像。詳細はサイト更新マニュアル側にある。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キャッシュはいちばん多い相談。3層あることを図で理解してもらう。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すぐ効くものではないが、続けると差が出る章。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実際に1ページ書き換えてもらう。C章のプロンプトと繋げる。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反映の遅さは必ず相談になる。切り分け方を渡しておく。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3指標だけ。権限付与が済んでいない場合は先にそれ。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実際に届いた2件はカジノ系スパム。標的はサンプル記事だった。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再発時に原因を思い出せるように。全て対応済みである点を強調。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ChatGPT・Claude・Geminiどれでも使える書き方。幸喜はClaudeを使用中。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ここが一番大事。医療系サイトなので線引きを明確に。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この型を覚えれば、どのAIでも使える。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10個出させて、山口様が3つ選ぶ使い方。全部使わなくてよい。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テーマ名だけ差し替えて繰り返し使える。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見出し1つずつ書かせると品質が上がる。全部まとめて書かせない。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3案出させて選ぶ。文字数は必ず自分で数え直す（AIは数え間違える）。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個人情報を貼らないことを強調。名前は「A様」等に置き換える。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ブランド色の指定が要。既存のプロンプト集も案内する。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医療系サイトなので、ここは飛ばさず読み上げる。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最後に、いつでも聞いてよいことを伝えて終了。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25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600" kern="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サイト運用マニュアル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1920240" cy="585216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92608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 用 編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壊さない触り方・やっておいて損はないこと・AIの使いこなし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　ASPATH 様　ご納品資料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この資料の使い方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上から順に読む必要はありません。必要になった章だけ開いてください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554480"/>
            <a:ext cx="3429000" cy="3200400"/>
          </a:xfrm>
          <a:prstGeom prst="roundRect">
            <a:avLst>
              <a:gd name="adj" fmla="val 4000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7452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B445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6596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触ると壊れる領域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1012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テーマの入れ替え、固定ページの修正、</a:t>
            </a:r>
            <a:endParaRPr lang="en-US" sz="12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バックアップ。事故を防ぐための章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429000" cy="3200400"/>
          </a:xfrm>
          <a:prstGeom prst="roundRect">
            <a:avLst>
              <a:gd name="adj" fmla="val 4000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0" y="187452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2E7D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788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やっておいて損はないこと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331012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検索対策、数字の見方、スパム対策。</a:t>
            </a:r>
            <a:endParaRPr lang="en-US" sz="12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じわじわ効く章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01000" y="1554480"/>
            <a:ext cx="3429000" cy="3200400"/>
          </a:xfrm>
          <a:prstGeom prst="roundRect">
            <a:avLst>
              <a:gd name="adj" fmla="val 4000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72600" y="187452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DD823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7260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788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AIを使いこなす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3310128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記事の下書き、返信文、画像。</a:t>
            </a:r>
            <a:endParaRPr lang="en-US" sz="12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いちばん時間が浮く章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4983480"/>
            <a:ext cx="10927080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518464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3816" y="5184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29784"/>
            <a:ext cx="10049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困ったら、まず基本編を見てください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日々の更新（お知らせ・申込確認・写真差し替え・コメント）は、すべて基本編に入っています。この資料はその先の話です。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74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9202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触ると壊れる領域と、その安全な触り方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3063240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絶対に変えてはいけないもの（これだけは覚えてください）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作業前のバックアップ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テーマの入れ替え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固定ページの文章を直す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変更が画面に出ないとき（キャッシュ）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絶対に変えてはいけないもの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この4つだけは、触らないでください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463040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FBEDEC"/>
          </a:solidFill>
          <a:ln w="12700">
            <a:solidFill>
              <a:srgbClr val="B445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5727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初回体験フォームのURL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19202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45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aspath-life.com/taiken-2026as9y/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1609344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変えるとお申し込みが届かなくなります。過去にご案内したURLも切れます。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578608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FBEDEC"/>
          </a:solidFill>
          <a:ln w="12700">
            <a:solidFill>
              <a:srgbClr val="B445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871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アナリティクスの測定ID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3035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45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G-17MTFN7SQ4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2724912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変えると、これまで貯めた訪問者データと繋がらなくなります。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3694176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FBEDEC"/>
          </a:solidFill>
          <a:ln w="12700">
            <a:solidFill>
              <a:srgbClr val="B445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8039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表示設定の割り当て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98448" y="41513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45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ホームページ＝HOME ／ 投稿ページ＝コラム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384048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入れ替えると、トップページが記事一覧になってしまいます。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4809744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FBEDEC"/>
          </a:solidFill>
          <a:ln w="12700">
            <a:solidFill>
              <a:srgbClr val="B445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5102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298448" y="49194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公開中ページのスラッグ（URLの文字）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526694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45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/about/ ／ /services/ など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4956048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変えると、その日から検索順位がゼロに戻ります。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4360" y="5961888"/>
            <a:ext cx="10927080" cy="749808"/>
          </a:xfrm>
          <a:prstGeom prst="roundRect">
            <a:avLst>
              <a:gd name="adj" fmla="val 14634"/>
            </a:avLst>
          </a:prstGeom>
          <a:solidFill>
            <a:srgbClr val="FBEDEC"/>
          </a:solidFill>
          <a:ln w="15240">
            <a:solidFill>
              <a:srgbClr val="B445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3816" y="6163056"/>
            <a:ext cx="310896" cy="310896"/>
          </a:xfrm>
          <a:prstGeom prst="ellipse">
            <a:avLst/>
          </a:prstGeom>
          <a:solidFill>
            <a:srgbClr val="B445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3816" y="6163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252728" y="6108192"/>
            <a:ext cx="10049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迷ったら、変えないでください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元に戻せないものが、この4つです。ほかのことは、ほぼ元に戻せます。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作業前にバックアップを取る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5分で終わります。これをやれば、失敗しても戻せます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7276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08760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左メニュー「All-in-One WP Migration」→ エクスポート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322576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322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258568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「エクスポート先」→「ファイル」を選ぶ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しばらく待つと、ダウンロードのボタンが出ます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072384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00837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ボタンを押して、パソコンに保存する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ファイル名に日付が入ります。そのままで結構です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3822192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58184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保存できたら、作業を始める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" y="4754880"/>
            <a:ext cx="5669280" cy="1371600"/>
          </a:xfrm>
          <a:prstGeom prst="roundRect">
            <a:avLst>
              <a:gd name="adj" fmla="val 800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" y="495604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" y="4956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901184"/>
            <a:ext cx="4791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どんなときに取るか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テーマの入れ替え前／プラグインを更新する前／固定ページを直す前。記事を書くだけなら不要です。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0" y="1554480"/>
            <a:ext cx="4937760" cy="2103120"/>
          </a:xfrm>
          <a:prstGeom prst="roundRect">
            <a:avLst>
              <a:gd name="adj" fmla="val 521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3136" y="175564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03136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242048" y="1700784"/>
            <a:ext cx="40599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戻し方（万一のとき）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同じ画面の「インポート」から、保存したファイルを選ぶだけです。ただし戻すとその後の変更も消えるため、実行前にご連絡ください。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583680" y="3840480"/>
            <a:ext cx="4937760" cy="2286000"/>
          </a:xfrm>
          <a:prstGeom prst="roundRect">
            <a:avLst>
              <a:gd name="adj" fmla="val 4800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03136" y="404164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03136" y="4041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242048" y="3986784"/>
            <a:ext cx="40599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月1回でも取っておくと安心です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サーバー側の自動バックアップもありますが、期間に限りがあります。手元にファイルが1つあると、いざというとき確実です。保存先はパソコンでもクラウドでも構いません。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テーマを入れ替える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サイトの見た目や固定ページを直したときの反映作業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50" dirty="0"/>
          </a:p>
        </p:txBody>
      </p:sp>
      <p:pic>
        <p:nvPicPr>
          <p:cNvPr id="7" name="Image 0" descr="/sessions/compassionate-sweet-heisenberg/mnt/dev-aspath-life-main/_wp移行素材/★引継ぎ資料/画像/05_テーマのアップロード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6675120" cy="325241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463040"/>
            <a:ext cx="6675120" cy="325241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0" y="152704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9808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146304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 → テーマ → 新規追加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2185416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9808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212140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「テーマのアップロード」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aspath-theme.zip を選びます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498080" y="2843784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98080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27797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「既存のものを置き換える」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上書きの確認が出ます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498080" y="3502152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98080" y="3502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7955280" y="343814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「テーマを有効化」は押さない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すでに有効なので不要です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498080" y="4160520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4980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4096512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キャッシュを消す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次のページで説明します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94360" y="5120640"/>
            <a:ext cx="10972800" cy="1005840"/>
          </a:xfrm>
          <a:prstGeom prst="roundRect">
            <a:avLst>
              <a:gd name="adj" fmla="val 10909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13816" y="53218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3816" y="5321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52728" y="5266944"/>
            <a:ext cx="10094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ZIPファイルは、幸喜がお渡ししたものだけを使ってください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「テーマを作る.ps1」で生成された aspath-theme.zip です。古いZIPを上げると、直したはずの内容が巻き戻ります。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固定ページの文章を直す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管理画面からは直せません。パソコンでの作業になります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Pull origin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Desktop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78024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9464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551176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HTMLを直す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551176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about.html など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61688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53128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テーマを作る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.ps1 を実行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45352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36792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ZIPを上げる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18504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 → テーマ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29016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0456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キャッシュ消す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Purge Cache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012680" y="1554480"/>
            <a:ext cx="1627632" cy="1371600"/>
          </a:xfrm>
          <a:prstGeom prst="roundRect">
            <a:avLst>
              <a:gd name="adj" fmla="val 6667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104120" y="16916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10085832" y="210312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Push origin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0085832" y="2450592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Desktop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2004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" y="340156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13816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252728" y="3346704"/>
            <a:ext cx="4517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①のPullを忘れると、あとで衝突します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他の人が先に直していると、同じ場所を書き換えてしまいます。作業前に必ずPullしてください。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2004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0156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64224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803136" y="3346704"/>
            <a:ext cx="4517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文章が検索で見つからないとき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HTMLの中では途中にタグが挟まっています。文章全部ではなく、10〜15文字だけで検索してください。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94360" y="489204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3816" y="509320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13816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252728" y="5038344"/>
            <a:ext cx="10049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「ASPATHについて」だけは、管理画面から直せます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このページだけ本文をWordPress側に移してあります。手順は別冊『★山口様向け_ASPATHについて_文章の直し方』をご覧ください。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直したのに変わらないとき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原因はほぼキャッシュです。3か所を順に消してください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544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83080"/>
            <a:ext cx="594360" cy="59436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1168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146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サイトのキャッシュ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926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Super Page Cache →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【Purge Cache】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767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いちばん多い原因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5544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5000" y="1783080"/>
            <a:ext cx="594360" cy="59436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1500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25146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ブラウザのキャッシュ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2926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を押しながら F5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3767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自分だけ古い場合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01000" y="1554480"/>
            <a:ext cx="34290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18320" y="1783080"/>
            <a:ext cx="594360" cy="594360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1832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25146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画像のキャッシュ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2926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1年間キャッシュされます。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差し替えは幸喜が対応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3767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画像だけ古い場合</a:t>
            </a:r>
            <a:endParaRPr lang="en-US" sz="1100" dirty="0"/>
          </a:p>
        </p:txBody>
      </p:sp>
      <p:pic>
        <p:nvPicPr>
          <p:cNvPr id="25" name="Image 0" descr="/sessions/compassionate-sweet-heisenberg/mnt/dev-aspath-life-main/_wp移行素材/★引継ぎ資料/画像/06_キャッシュ削除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343400"/>
            <a:ext cx="4572000" cy="2227684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594360" y="4343400"/>
            <a:ext cx="4572000" cy="222768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40680" y="4343400"/>
            <a:ext cx="6099048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60136" y="454456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660136" y="4544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99048" y="4489704"/>
            <a:ext cx="5221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5分待ってから、もう一度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消した直後は、まだ古い画面が出ることがあります。5分ほど置いて開き直してください。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440680" y="5522976"/>
            <a:ext cx="6099048" cy="1051560"/>
          </a:xfrm>
          <a:prstGeom prst="roundRect">
            <a:avLst>
              <a:gd name="adj" fmla="val 10435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60136" y="5724144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660136" y="57241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099048" y="5669280"/>
            <a:ext cx="5221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それでも変わらなければ、ご連絡ください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キャッシュ以外の原因のことがあります。無理に触らず、そのままお伝えください。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74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9202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やっておいて損はないこと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3063240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検索結果に出る説明文を、自分で直す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Console で「見に来たか」を確かめる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アナリティクスで見る数字は3つだけ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コメントスパムへの備え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今回の案件で実際に起きた不具合と、その予防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検索結果に出る説明文を、自分で直す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SureRank というプラグインで、ページごとに設定できます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7276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08760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直したいページの編集画面を開く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2249424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249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18541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上のツールバーの「SureRank」を押す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右側にパネルが開きます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4360" y="2926080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86207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Engine Description を書き換える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文字数が右上に出ます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3602736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53872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パネル下の「Save」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「Data updated」と出れば成功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4279392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215384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キャッシュを消す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Purge Cache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63640" y="1554480"/>
            <a:ext cx="5276088" cy="2148840"/>
          </a:xfrm>
          <a:prstGeom prst="roundRect">
            <a:avLst>
              <a:gd name="adj" fmla="val 5106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83096" y="175564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83096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22008" y="1700784"/>
            <a:ext cx="43982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書くときのコツ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全角60〜160字。頭の30字で内容が分かるように。「鹿児島」「パーキンソン病」を入れる。記号の多用は避ける。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63640" y="3886200"/>
            <a:ext cx="5276088" cy="2240280"/>
          </a:xfrm>
          <a:prstGeom prst="roundRect">
            <a:avLst>
              <a:gd name="adj" fmla="val 4898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3096" y="408736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8309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922008" y="4032504"/>
            <a:ext cx="439826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短すぎると、勝手に決められます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説明文が空だと、Googleが本文の冒頭を拾って表示します。かつて『「遠くて通えない…」』の10文字だけが出ていたページがありました。自分で書けば、そうなりません。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94360" y="5120640"/>
            <a:ext cx="5486400" cy="1005840"/>
          </a:xfrm>
          <a:prstGeom prst="roundRect">
            <a:avLst>
              <a:gd name="adj" fmla="val 10909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" y="532180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13816" y="5321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52728" y="5266944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AIに書かせるのがいちばん早いです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C章に、そのまま貼って使えるプロンプトを載せています。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Console で「見に来たか」を確かめる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反映されないとき、原因がこちら側かGoogle側かを切り分けられます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7276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08760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search.google.com/search-console を開く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2249424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249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18541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上の窓にURLを入れてEnter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「URL検査」になります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4360" y="2926080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86207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「前回のクロール」の日時を見る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ここが最重要です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3602736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02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53872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「公開URLをテスト」を押す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今のページをその場で読ませます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1554480"/>
            <a:ext cx="5276088" cy="1920240"/>
          </a:xfrm>
          <a:prstGeom prst="roundRect">
            <a:avLst>
              <a:gd name="adj" fmla="val 5714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17190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「前回のクロール」の読み方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103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直した日より前 → Googleがまだ来ていないだけ。設定は無関係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直した日より後なのに古い → 調査が必要。ご連絡ください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3657600"/>
            <a:ext cx="5276088" cy="1371600"/>
          </a:xfrm>
          <a:prstGeom prst="roundRect">
            <a:avLst>
              <a:gd name="adj" fmla="val 8000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83096" y="385876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83096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22008" y="3803904"/>
            <a:ext cx="4398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反映を早めたいとき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「インデックス登録をリクエスト」を押します。1日の上限があるので、大事なページから。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94360" y="5120640"/>
            <a:ext cx="10945368" cy="1005840"/>
          </a:xfrm>
          <a:prstGeom prst="roundRect">
            <a:avLst>
              <a:gd name="adj" fmla="val 10909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" y="532180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3816" y="5321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252728" y="5266944"/>
            <a:ext cx="10067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検索窓だけで進捗を見る方法もあります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Googleで  site:aspath-life.com  と検索すると、登録されているページの一覧が出ます。古い表記が減っていれば順調です。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見る数字は、3つだけで足ります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全部見ようとすると続きません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5448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ユーザー数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何人が来たか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274320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281635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集客 →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ユーザー獲得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7033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先月と比べて増えているか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97680" y="155448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80560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表示回数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どのページが読まれたか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17720" y="274320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63440" y="281635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エンゲージメント →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ページとスクリーン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7033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プランと料金が多い＝検討中の方が多い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01000" y="155448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240">
            <a:solidFill>
              <a:srgbClr val="DCE6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クリック数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どんな言葉で検索して来たか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321040" y="274320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66760" y="281635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Console →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検索結果のパフォーマンス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37033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次に書く記事のヒントになります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52120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" y="541324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3816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5358384"/>
            <a:ext cx="10049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スマホアプリが便利です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「Google アナリティクス」アプリを入れておくと、移動中でも訪問者数を確認できます。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コメントスパムへの備え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放置しても表示されませんが、溜まると見落としの原因になります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50" dirty="0"/>
          </a:p>
        </p:txBody>
      </p:sp>
      <p:pic>
        <p:nvPicPr>
          <p:cNvPr id="7" name="Image 0" descr="/sessions/compassionate-sweet-heisenberg/mnt/dev-aspath-life-main/_wp移行素材/★引継ぎ資料/画像/03_コメン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6309360" cy="307420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463040"/>
            <a:ext cx="6309360" cy="307420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86600" y="1508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見分け方（基本編のおさらい）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18745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英語で書かれている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知らないサイトへのリンクがある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記事の内容と噛み合っていない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中身のない称賛だけ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086600" y="3383280"/>
            <a:ext cx="4480560" cy="1600200"/>
          </a:xfrm>
          <a:prstGeom prst="roundRect">
            <a:avLst>
              <a:gd name="adj" fmla="val 6857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06056" y="358444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06056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44968" y="3529584"/>
            <a:ext cx="36027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減らす設定もあります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 → ディスカッション で「〇日より古い記事のコメントを閉じる」を有効にすると、古い記事が狙われにくくなります。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4360" y="5166360"/>
            <a:ext cx="10945368" cy="960120"/>
          </a:xfrm>
          <a:prstGeom prst="roundRect">
            <a:avLst>
              <a:gd name="adj" fmla="val 11429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3816" y="536752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13816" y="5367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52728" y="5312664"/>
            <a:ext cx="10067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サンプル記事は削除をおすすめします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WordPress初期の練習用記事（英語の題名のもの）が下書きで残っています。スパムの標的になりやすいため、削除のご判断をお願いします。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実際に起きた不具合と、その予防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同じことが起きたとき、思い出せるように残します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444752"/>
            <a:ext cx="10945368" cy="1024128"/>
          </a:xfrm>
          <a:prstGeom prst="roundRect">
            <a:avLst>
              <a:gd name="adj" fmla="val 8929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545336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画像1枚ごとに、中身の無いページが作られていた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74520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最大156ページ。Googleのサイトリンクに「ASPATHロゴ」として拾われていた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86600" y="162763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0" y="167335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テーマ側で自動転送するようにしました。対応済み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578608"/>
            <a:ext cx="10945368" cy="1024128"/>
          </a:xfrm>
          <a:prstGeom prst="roundRect">
            <a:avLst>
              <a:gd name="adj" fmla="val 8929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6791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存在しないページの設定が、管理画面を指していた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008376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404ページのcanonicalがwp-adminのURLになっていた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27614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23760" y="280720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テーマ側で打ち消しました。対応済み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3712464"/>
            <a:ext cx="10945368" cy="1024128"/>
          </a:xfrm>
          <a:prstGeom prst="roundRect">
            <a:avLst>
              <a:gd name="adj" fmla="val 8929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表示していない質問が、Googleへの申告に入っていた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142232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FAQの構造化データ6問中5問が、ページ上に存在しなかった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86600" y="389534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23760" y="39410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実データから自動生成に変更。ズレなくなりました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846320"/>
            <a:ext cx="10945368" cy="1024128"/>
          </a:xfrm>
          <a:prstGeom prst="roundRect">
            <a:avLst>
              <a:gd name="adj" fmla="val 8929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946904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同じ内容のページが2つあった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276088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見出し4つが一致。導線のない方が検索に出ていた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86600" y="502920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23760" y="507492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301転送で1本に統合しました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" y="5961888"/>
            <a:ext cx="10945368" cy="731520"/>
          </a:xfrm>
          <a:prstGeom prst="roundRect">
            <a:avLst>
              <a:gd name="adj" fmla="val 1500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3816" y="6163056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3816" y="6163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252728" y="6108192"/>
            <a:ext cx="10067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いずれも対応済みです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同じ症状が出たら、この資料の場所をお伝えください。原因の切り分けから始められます。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74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9202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AIを使いこなす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3063240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AIに任せられること・任せてはいけないこと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プロンプト（指示文）の基本形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そのまま貼って使えるプロンプト5種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画像を作らせる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使うときの3つの約束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AIに任せられること・任せてはいけないこと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線引きを先に決めておくと、安心して使えます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36192"/>
            <a:ext cx="5440680" cy="3703320"/>
          </a:xfrm>
          <a:prstGeom prst="roundRect">
            <a:avLst>
              <a:gd name="adj" fmla="val 2963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任せてよいこと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14884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記事のネタ出し（10個出させて選ぶ）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記事の構成案づくり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本文の下書き（そのまま出さない）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検索用の説明文づくり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お客様への返信文のたたき台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長い文章を短くまとめる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イラスト生成の指示文づくり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536192"/>
            <a:ext cx="5413248" cy="3703320"/>
          </a:xfrm>
          <a:prstGeom prst="roundRect">
            <a:avLst>
              <a:gd name="adj" fmla="val 2963"/>
            </a:avLst>
          </a:prstGeom>
          <a:solidFill>
            <a:srgbClr val="FBEDEC"/>
          </a:solidFill>
          <a:ln w="15240">
            <a:solidFill>
              <a:srgbClr val="B445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人が判断すること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14884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医学的な正しさの最終判断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「治る」「改善する」などの効果の断定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お客様の個人情報を入れた相談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料金・営業時間などの事実確認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そのまま公開する（必ず読み直す）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5440680"/>
            <a:ext cx="10945368" cy="960120"/>
          </a:xfrm>
          <a:prstGeom prst="roundRect">
            <a:avLst>
              <a:gd name="adj" fmla="val 11429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" y="564184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3816" y="5641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586984"/>
            <a:ext cx="10067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AIは、もっともらしく間違えます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とくに医学的な数字や研究の引用は、実在しないものを自信たっぷりに書くことがあります。山口様の目で必ず確認してください。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プロンプト（指示文）の基本形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この5つを順に書くだけで、精度が大きく変わります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08760"/>
            <a:ext cx="10945368" cy="841248"/>
          </a:xfrm>
          <a:prstGeom prst="roundRect">
            <a:avLst>
              <a:gd name="adj" fmla="val 10870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74650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764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誰として答えるか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69080" y="169164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あなたは鹿児島のパーキンソン病専門トレーニングスタジオの運営者です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441448"/>
            <a:ext cx="10945368" cy="841248"/>
          </a:xfrm>
          <a:prstGeom prst="roundRect">
            <a:avLst>
              <a:gd name="adj" fmla="val 10870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67919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6974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2624328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理学療法士が保険外でマンツーマン指導。初回体験はLINE登録で半額4,400円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374136"/>
            <a:ext cx="10945368" cy="841248"/>
          </a:xfrm>
          <a:prstGeom prst="roundRect">
            <a:avLst>
              <a:gd name="adj" fmla="val 10870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6118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63016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してほしいこと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355701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コラムの構成案を作ってください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306824"/>
            <a:ext cx="10945368" cy="841248"/>
          </a:xfrm>
          <a:prstGeom prst="roundRect">
            <a:avLst>
              <a:gd name="adj" fmla="val 10870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5445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5628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条件・制約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4489704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1500〜2500字／見出しは質問の形／効果の断定はしない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5239512"/>
            <a:ext cx="10945368" cy="841248"/>
          </a:xfrm>
          <a:prstGeom prst="roundRect">
            <a:avLst>
              <a:gd name="adj" fmla="val 10870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7725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49554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出力の形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5422392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表形式で／箇条書きで／そのまま貼れる形で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94360" y="5852160"/>
            <a:ext cx="10945368" cy="777240"/>
          </a:xfrm>
          <a:prstGeom prst="roundRect">
            <a:avLst>
              <a:gd name="adj" fmla="val 14118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3816" y="605332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3816" y="6053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252728" y="5998464"/>
            <a:ext cx="10067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うまくいかないときは、条件（④）を足してください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「もっと短く」「専門用語を減らして」「当事者が使う言葉で」など、後から追加で指示できます。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記事のネタを出させる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何を書くか決まらないときに使います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1563624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" y="15636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そのまま貼って使えます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あなたは鹿児島のパーキンソン病専門トレーニングスタジオ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「ASPATH（アスパス）」の運営者です。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理学療法士が、保険外のマンツーマン運動指導を行っています。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パーキンソン病のご本人とご家族が検索しそうな悩みを、10個挙げてください。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・実際に検索窓に打ち込まれそうな言葉で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・すでに書いた記事とは重複しないこと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（すくみ足の対策／体幹の運動／振るえ／運動習慣のつけ方）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・専門用語ではなく、当事者が使う言葉で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出力は表形式で、「検索されそうな言葉」「記事の題名案」の2列でお願いします。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10個出させて、良いものだけ選ぶ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「もっと家族向けで」など追加指示もできる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AIはどれでも同じように使えます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記事の構成案を作らせる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書く順番が決まると、本文はぐっと楽になります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1563624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" y="15636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①の続きに貼ります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「〇〇」というテーマでコラムを書きます。見出しの構成案を作ってください。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・全体で1500〜2500字を想定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・見出しは質問の形にする（なぜ起きるの？／どうすればいい？）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・最初に「この記事で分かること」を3行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・最後は「アスパスでできること」に自然につなげる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・断定的な効果の約束はしない（「必ず改善」などは使わない）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出力は、見出しと、その中に書く内容のメモを添えてください。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〇〇にテーマを入れるだけ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構成が気に入らなければ「別の切り口で」と言う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AIはどれでも同じように使えます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本文の下書きを作らせる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たたき台をもらって、山口様が直すのがいちばん速い進め方です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1563624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" y="15636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②の続きに貼ります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上の構成案のうち、「△△」の部分の本文だけを書いてください。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・ですます調。1文は40字以内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・専門用語を使うときは、直後にやさしい言い換えを入れる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・「治る」「改善します」などの断定は避け、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「〜と報告されています」「〜の方が多いです」に置き換える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・箇条書きは3〜5項目まで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・読み手に呼びかける文を、最後に1文だけ入れる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見出し1つずつ書かせる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出てきた文章は必ず読み直す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AIはどれでも同じように使えます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検索用の説明文を作らせる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SureRank に貼る文章です。B章と合わせて使ってください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1563624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" y="15636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記事の本文を貼ってから使います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次のコラム記事について、検索結果に表示される説明文を作ってください。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・全角で60〜160字におさめる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・冒頭30字で内容が分かるように書く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・「鹿児島」「パーキンソン病」を必ず入れる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・記号（！や★）は使わない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・3案出してください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【記事の内容】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（ここに記事の本文を貼り付ける）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3案出させて選ぶ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文字数はSureRankの画面で確認する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AIはどれでも同じように使えます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お客様への返信文を作らせる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個人情報は伏せてから貼ってください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691640"/>
            <a:ext cx="7452360" cy="4206240"/>
          </a:xfrm>
          <a:prstGeom prst="roundRect">
            <a:avLst>
              <a:gd name="adj" fmla="val 2174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1563624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" y="15636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お問い合わせ内容を貼ってから使います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1929384"/>
            <a:ext cx="7013448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あなたは鹿児島のパーキンソン病専門トレーニングスタジオ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「ASPATH」の運営者です。次のお問い合わせに、返信の下書きを作ってください。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条件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・ていねいだが、かたすぎない言葉で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・不安に寄り添う一文を、いちばん最初に置く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・診断や治療の断定はしない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（「一度お身体を見せていただいてから」に寄せる）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・初回体験は公式LINEのご登録で半額4,400円である旨を、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押しつけずに最後に添える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・200〜300字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【いただいた内容】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（お名前・連絡先は消して、ご相談の内容だけ貼る）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使い方のコツ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0312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お名前・連絡先は必ず消す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75320" y="3063240"/>
            <a:ext cx="3264408" cy="822960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58200" y="3154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そのまま送らず、一度読み直す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75320" y="4160520"/>
            <a:ext cx="3264408" cy="1737360"/>
          </a:xfrm>
          <a:prstGeom prst="roundRect">
            <a:avLst>
              <a:gd name="adj" fmla="val 6316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43616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94776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4306824"/>
            <a:ext cx="23865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AIはどれでも同じように使えます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ChatGPT・Claude・Gemini、どれでもこの書き方で動きます。幸喜はClaudeを使っています。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6035040"/>
            <a:ext cx="7452360" cy="621792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62362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3816" y="6236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6181344"/>
            <a:ext cx="6574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出てきた文章は、必ず山口様の言葉に直してください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イラストを作らせる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ブランドの色を守るため、必ず色を指定してください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691640"/>
            <a:ext cx="7452360" cy="3657600"/>
          </a:xfrm>
          <a:prstGeom prst="roundRect">
            <a:avLst>
              <a:gd name="adj" fmla="val 2500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1563624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" y="15636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画像生成AIに貼ります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1929384"/>
            <a:ext cx="7013448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ASPATH（鹿児島のパーキンソン病専門トレーニングスタジオ）の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ウェブサイト用のイラストを作ってください。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【描いてほしい場面】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（例：椅子に座って足を上げる運動を、笑顔で行う高齢の女性）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【色の指定】※必ず守ってください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・服やアクセントは オレンジ（#F4A261）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・線や濃い部分は 紺色（#264653）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・背景は生成りの白（#F4E9D8）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【絵の雰囲気】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・やわらかい手描き風。線は細め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・写実的すぎず、親しみのある表情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・医療器具や病院らしさは出さない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・文字は入れない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169164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色の見本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031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4A261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79408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オレンジ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79408" y="2395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#F4A261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27889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64653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79408" y="28254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紺色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979408" y="3081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#264653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75320" y="347472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4E9D8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79408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生成り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979408" y="37673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#F4E9D8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75320" y="4251960"/>
            <a:ext cx="3264408" cy="1097280"/>
          </a:xfrm>
          <a:prstGeom prst="roundRect">
            <a:avLst>
              <a:gd name="adj" fmla="val 10000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94776" y="445312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94776" y="4453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933688" y="4398264"/>
            <a:ext cx="2386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何度も作り直せます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1回で決まりません。「もっと明るく」など足していきます。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5486400"/>
            <a:ext cx="10945368" cy="1051560"/>
          </a:xfrm>
          <a:prstGeom prst="roundRect">
            <a:avLst>
              <a:gd name="adj" fmla="val 10435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" y="568756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3816" y="5687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5632704"/>
            <a:ext cx="10067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できた画像は、横1200ピクセルくらいに縮めてから入れてください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大きすぎるとページが重くなります。詳しいプロンプトは別冊『★イラスト生成プロンプト集』にもまとめています。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926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AIを使うときの、3つの約束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9144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この3つを守れば、安心して使えます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554480"/>
            <a:ext cx="10945368" cy="1417320"/>
          </a:xfrm>
          <a:prstGeom prst="roundRect">
            <a:avLst>
              <a:gd name="adj" fmla="val 774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17373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個人情報を貼らない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176272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お名前・ご連絡先・ご住所・診断名は、AIに貼らないでください。返信文を作るときは「A様」などに置き換え、ご相談の内容だけを貼ります。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3090672"/>
            <a:ext cx="10945368" cy="1417320"/>
          </a:xfrm>
          <a:prstGeom prst="roundRect">
            <a:avLst>
              <a:gd name="adj" fmla="val 774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502152"/>
            <a:ext cx="594360" cy="59436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50215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327355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医学的な内容は必ず確認する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783080" y="3712464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AIは、実在しない研究や数字を、自信たっぷりに書くことがあります。数字や引用が出てきたら、そのまま使わないでください。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" y="4626864"/>
            <a:ext cx="10945368" cy="1417320"/>
          </a:xfrm>
          <a:prstGeom prst="roundRect">
            <a:avLst>
              <a:gd name="adj" fmla="val 7742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5038344"/>
            <a:ext cx="594360" cy="59436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503834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783080" y="480974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そのまま公開しない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5248656"/>
            <a:ext cx="9418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AIの文章は、どこか他人の言葉です。山口様の言葉に直してから公開してください。読み直すだけで、ぐっと良くなります。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94360" y="6217920"/>
            <a:ext cx="10945368" cy="457200"/>
          </a:xfrm>
          <a:prstGeom prst="roundRect">
            <a:avLst>
              <a:gd name="adj" fmla="val 24000"/>
            </a:avLst>
          </a:prstGeom>
          <a:solidFill>
            <a:srgbClr val="FBEDEC"/>
          </a:solidFill>
          <a:ln w="15240">
            <a:solidFill>
              <a:srgbClr val="B445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816" y="6419088"/>
            <a:ext cx="310896" cy="310896"/>
          </a:xfrm>
          <a:prstGeom prst="ellipse">
            <a:avLst/>
          </a:prstGeom>
          <a:solidFill>
            <a:srgbClr val="B445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3816" y="6419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52728" y="6364224"/>
            <a:ext cx="10067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薬機法・景品表示法の観点でも、効果の断定は避けてください。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応用編のまとめ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E3A44"/>
          </a:solidFill>
          <a:ln/>
        </p:spPr>
      </p:sp>
      <p:sp>
        <p:nvSpPr>
          <p:cNvPr id="4" name="Shape 2"/>
          <p:cNvSpPr/>
          <p:nvPr/>
        </p:nvSpPr>
        <p:spPr>
          <a:xfrm>
            <a:off x="2176272" y="196596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17627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壊さないために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変えてはいけない4つ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作業前のバックアップ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困ったらキャッシュ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6280" y="169164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E3A44"/>
          </a:solidFill>
          <a:ln/>
        </p:spPr>
      </p:sp>
      <p:sp>
        <p:nvSpPr>
          <p:cNvPr id="9" name="Shape 7"/>
          <p:cNvSpPr/>
          <p:nvPr/>
        </p:nvSpPr>
        <p:spPr>
          <a:xfrm>
            <a:off x="5879592" y="196596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959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788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続けると効くこと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説明文は自分で書く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数字は3つだけ見る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進捗は site: 検索で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0" y="169164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E3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82912" y="196596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58291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788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AIの使い方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ネタ出し・構成・下書き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個人情報は貼らない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医学的内容は必ず確認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分からなくなったら、そのままご連絡ください。元に戻せないことは、ほとんどありません。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8064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基本編（日々の更新）／サイト更新マニュアル（全体像）／ページの直し方（やさしい版）もあわせてご覧ください。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ASPATH サイト運用マニュアル 応用編</dc:title>
  <dc:subject>PptxGenJS Presentation</dc:subject>
  <dc:creator>ASPATH</dc:creator>
  <cp:lastModifiedBy>ASPATH</cp:lastModifiedBy>
  <cp:revision>1</cp:revision>
  <dcterms:created xsi:type="dcterms:W3CDTF">2026-09-03T16:16:57Z</dcterms:created>
  <dcterms:modified xsi:type="dcterms:W3CDTF">2026-09-03T16:16:57Z</dcterms:modified>
</cp:coreProperties>
</file>