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検索で見つけてもらう</a:t>
            </a:r>
            <a:endParaRPr lang="en-US" sz="42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記事の書き方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6012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251960"/>
            <a:ext cx="7498080" cy="1463040"/>
          </a:xfrm>
          <a:prstGeom prst="roundRect">
            <a:avLst>
              <a:gd name="adj" fmla="val 75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572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サイトの土台づくりは済んでいます。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ここから先は「どんな記事を書くか」で決まります。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── 順位は買えません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「これをやれば1位」という設定はありません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286000"/>
          </a:xfrm>
          <a:prstGeom prst="roundRect">
            <a:avLst>
              <a:gd name="adj" fmla="val 5600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こちらで済ませたこと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検索エンジンへの伝え方の整備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お店の情報を機械が読める形に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各ページの紹介文の自動生成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94960" cy="2286000"/>
          </a:xfrm>
          <a:prstGeom prst="roundRect">
            <a:avLst>
              <a:gd name="adj" fmla="val 5600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山口様にお願いすること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お客様が困っていることを書く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検索される言葉を題名に入れる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月2本を続ける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32596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507992"/>
            <a:ext cx="10607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検索順位はGoogleが決めるもので、こちらから指定はできません。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できるのは「読み取りやすくすること」と「選ばれる理由をつくること」の2つだけです。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そして後者は、山口様にしか書けません。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いちばん効くのは「題名」です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検索窓に打たれる言葉を、そのまま入れる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4E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効きにくい題名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「体幹について」「今月のトレーニング」「ごあいさつ」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5204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効く題名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39319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「パーキンソン病で立ち上がりがつらい方へ｜自宅でできる体幹の運動3つ」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「すくみ足はなぜ起きる？きっかけと今日から試せる対策」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" y="530352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546811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ご自身が悩んでいたら、何と入力して調べるか。その言葉が答えです。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題名の作り方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この3つを入れるだけです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4884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症状や悩みの言葉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120640" y="20574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パーキンソン病／すくみ足／立ち上がり／震え／姿勢の傾き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42900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930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だれ向けか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120640" y="33375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〜の方へ／〜でお困りの方／ご家族の方へ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3891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470916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73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読むと何が分かるか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120640" y="46177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対策3つ／原因と対処／自宅でできる運動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6692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4EA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833872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題名は「30字前後」が目安。長すぎると検索結果で途中から切れて表示されます。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本文の書き方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むずかしいことはありません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最初の2〜3行で「この記事で分かること」を書く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見出しを質問の形にする（なぜ起きるの？／どうすればいい？）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1つの見出しに3〜5行。長い段落は分ける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0782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44168" y="4069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最後に「初回体験のご案内」を1行そえる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02352"/>
            <a:ext cx="10607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2,000字くらいが目安ですが、字数より「知りたいことに答えているか」が大事です。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短くても、悩みにまっすぐ答えている記事はよく読まれます。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やってはいけないこと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逆効果になります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939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45920" y="1920240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同じ言葉を不自然に繰り返す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313432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 パーキンソン病 鹿児島 パーキンソン病」のような書き方は評価が下がります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953512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227832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45920" y="309067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他のサイトの文章をコピーする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48386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順位が下がるだけでなく、著作権の問題にもなります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123944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4398264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45920" y="4261104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AIに書かせただけの記事を量産する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465429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中身が薄いと逆効果です。山口様の現場の経験にしか価値はありません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294376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5568696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6052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645920" y="5431536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「1位保証」をうたう業者に頼む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45920" y="582472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保証は原理的に不可能です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記事を書いたら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公開時にこの3つだけ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カテゴリーを選ぶ（コラム／お知らせ）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アイキャッチ画像を設定する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公開してから、検索結果に出るか数日後に確認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3891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検索での見え方を確かめる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60120" y="48463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Googleで   site:aspath-life.com すくみ足   のように入力すると、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自分のサイトの中だけを検索できます。出てこなければ、まだ登録されていません。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効果が出るまで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すぐには出ません。それが普通です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1〜2週間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7490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Googleが記事を見つける。まだ順位は付きません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474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749040" y="3520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検索結果に出はじめます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709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3か月〜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49040" y="4754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記事が増えるほど、まとめて効いてきます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778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DF6EE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742432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1本だけでは変わりません。月2本を半年続けると、はっきり違いが出ます。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いちばん強い記事は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コメントでいただいた質問です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828800"/>
          </a:xfrm>
          <a:prstGeom prst="roundRect">
            <a:avLst>
              <a:gd name="adj" fmla="val 7000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488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お客様が実際に困って書いてくださった質問は、</a:t>
            </a:r>
            <a:endParaRPr lang="en-US" sz="2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同じことで困っている方が必ず他にもいます。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886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そのまま記事にできます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43891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コメント欄の質問 → そのまま題名にする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初回体験でよく聞かれること → 記事にする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LINEでいただいたご相談 → 記事にする（個人が分からない形で）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この3つだけ覚えてください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9456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題名に、検索される言葉を入れる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783080" y="25146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 すくみ足 対策」のように、打ち込む言葉をそのまま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6EE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1188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6674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83080" y="344728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お客様の悩みに、まっすぐ答える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783080" y="393192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字数より中身。現場で見ていることを書く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DF6EE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50292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8406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86460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月2本を続ける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783080" y="534924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まとめて10本より、続けるほうが効きます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612648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6291072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迷ったら「お客様は何と入力して調べるか」に立ち返ってください。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2026-09-03T16:06:51Z</dcterms:created>
  <dcterms:modified xsi:type="dcterms:W3CDTF">2026-09-03T16:06:51Z</dcterms:modified>
</cp:coreProperties>
</file>