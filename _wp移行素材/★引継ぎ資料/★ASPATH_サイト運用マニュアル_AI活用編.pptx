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幸喜はClaudeを使用中。どのAIでも動く書き方にしてある。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7用途。必要なページだけ開いて使う。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医療系サイトなので、ここは飛ばさず読み上げる。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この型を覚えれば、どのAIでも使える。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10個出させて、山口様が3つ選ぶ使い方。全部使わなくてよい。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テーマ名だけ差し替えて繰り返し使える。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見出し1つずつ書かせると品質が上がる。全部まとめて書かせない。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AIは文字数を数え間違える。必ずSureRankの表示で確認する。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2026年9月にコラム3本がこれで直った。実用性が高い。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個人情報を貼らないことを強調。名前は「A様」等に置き換える。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AIに直させない。意味を理解するための用途に限定する。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ブランド色の指定が要。既存のプロンプト集も案内する。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医療系サイトなので、ここは飛ばさず読み上げる。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最後に、コピーして使ってよいことを伝えて終了。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46304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98096" cy="146304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4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74520"/>
            <a:ext cx="2320246" cy="2834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892040" y="157276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892040" y="1993392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サイト運用マニュアル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4892040" y="2962656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92040" y="296265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 I 活 用 編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37490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そのまま貼って使えるプロンプト集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ChatGPT・Claude・Gemini、どれでも同じように使えます。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892040" y="4736592"/>
            <a:ext cx="1828800" cy="1828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92040" y="486460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519379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動くことを楽しむ。明日につながる。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55961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C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aspath-life.com　／　2026年9月　ASPATH 様　ご納品資料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この冊子でできること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記事づくりから、点検結果の読み取りまで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463040"/>
            <a:ext cx="10945368" cy="530352"/>
          </a:xfrm>
          <a:prstGeom prst="roundRect">
            <a:avLst>
              <a:gd name="adj" fmla="val 13793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1572768"/>
            <a:ext cx="310896" cy="31089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4672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5636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記事のネタを出す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120640" y="1563624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何を書くか決まらないとき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4360" y="2066544"/>
            <a:ext cx="10945368" cy="530352"/>
          </a:xfrm>
          <a:prstGeom prst="roundRect">
            <a:avLst>
              <a:gd name="adj" fmla="val 13793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4672" y="2176272"/>
            <a:ext cx="310896" cy="31089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" y="2176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21671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構成案を作る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5120640" y="216712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書く順番を決める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94360" y="2670048"/>
            <a:ext cx="10945368" cy="530352"/>
          </a:xfrm>
          <a:prstGeom prst="roundRect">
            <a:avLst>
              <a:gd name="adj" fmla="val 13793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" y="2779776"/>
            <a:ext cx="310896" cy="31089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04672" y="2779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27706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下書きを書かせる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5120640" y="277063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たたき台をもらう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4360" y="3273552"/>
            <a:ext cx="10945368" cy="530352"/>
          </a:xfrm>
          <a:prstGeom prst="roundRect">
            <a:avLst>
              <a:gd name="adj" fmla="val 13793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4672" y="3383280"/>
            <a:ext cx="310896" cy="31089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04672" y="3383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33741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説明文を作る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5120640" y="337413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検索結果に出る文章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94360" y="3877056"/>
            <a:ext cx="10945368" cy="530352"/>
          </a:xfrm>
          <a:prstGeom prst="roundRect">
            <a:avLst>
              <a:gd name="adj" fmla="val 13793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4672" y="3986784"/>
            <a:ext cx="310896" cy="31089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04672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1280160" y="39776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返信文を作る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5120640" y="397764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お問い合わせへのお返事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594360" y="4480560"/>
            <a:ext cx="10945368" cy="530352"/>
          </a:xfrm>
          <a:prstGeom prst="roundRect">
            <a:avLst>
              <a:gd name="adj" fmla="val 13793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04672" y="4590288"/>
            <a:ext cx="310896" cy="31089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04672" y="4590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280160" y="45811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イラストを作る</a:t>
            </a:r>
            <a:endParaRPr lang="en-US" sz="1350" dirty="0"/>
          </a:p>
        </p:txBody>
      </p:sp>
      <p:sp>
        <p:nvSpPr>
          <p:cNvPr id="36" name="Text 33"/>
          <p:cNvSpPr txBox="1"/>
          <p:nvPr/>
        </p:nvSpPr>
        <p:spPr>
          <a:xfrm>
            <a:off x="5120640" y="4581144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ブランドの色を保って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594360" y="5084064"/>
            <a:ext cx="10945368" cy="530352"/>
          </a:xfrm>
          <a:prstGeom prst="roundRect">
            <a:avLst>
              <a:gd name="adj" fmla="val 13793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04672" y="5193792"/>
            <a:ext cx="310896" cy="31089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804672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1280160" y="51846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点検結果を読む</a:t>
            </a:r>
            <a:endParaRPr lang="en-US" sz="1350" dirty="0"/>
          </a:p>
        </p:txBody>
      </p:sp>
      <p:sp>
        <p:nvSpPr>
          <p:cNvPr id="41" name="Text 38"/>
          <p:cNvSpPr txBox="1"/>
          <p:nvPr/>
        </p:nvSpPr>
        <p:spPr>
          <a:xfrm>
            <a:off x="5120640" y="518464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×が出たときの意味を聞く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594360" y="5797296"/>
            <a:ext cx="10945368" cy="822960"/>
          </a:xfrm>
          <a:prstGeom prst="roundRect">
            <a:avLst>
              <a:gd name="adj" fmla="val 13333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13816" y="5998464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13816" y="5998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1252728" y="5943600"/>
            <a:ext cx="1006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どのAIでも、同じ書き方で動きます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ChatGPT・Claude・Gemini、どれをお使いでも構いません。幸喜はClaudeを使っています。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任せてよいこと・人が判断すること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線引きを先に決めておくと、安心して使えます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536192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719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任せてよいこと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48840"/>
            <a:ext cx="4937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記事のネタ出し（10個出させて選ぶ）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記事の構成案づくり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本文の下書き（そのまま出さない）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検索用の説明文づくり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お客様への返信文のたたき台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長い文章を短くまとめる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イラスト生成の指示文づくり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点検結果の用語を調べる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1536192"/>
            <a:ext cx="5413248" cy="3931920"/>
          </a:xfrm>
          <a:prstGeom prst="roundRect">
            <a:avLst>
              <a:gd name="adj" fmla="val 2791"/>
            </a:avLst>
          </a:prstGeom>
          <a:solidFill>
            <a:srgbClr val="FBEDEC"/>
          </a:solidFill>
          <a:ln w="15240">
            <a:solidFill>
              <a:srgbClr val="B4453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719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人が判断すること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148840"/>
            <a:ext cx="4937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医学的な正しさの最終判断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「治る」「改善する」などの効果の断定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お客様の個人情報を入れた相談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料金・営業時間などの事実確認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そのまま公開する（必ず読み直す）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サイトの設定を直接変えること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" y="5669280"/>
            <a:ext cx="10945368" cy="91440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3816" y="587044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13816" y="5870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52728" y="5815584"/>
            <a:ext cx="10067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AIは、もっともらしく間違えます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とくに医学的な数字や研究の引用は、実在しないものを自信たっぷりに書くことがあります。山口様の目で必ず確認してください。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プロンプト（指示文）の基本形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この5つを順に書くだけで、精度が大きく変わります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508760"/>
            <a:ext cx="10945368" cy="822960"/>
          </a:xfrm>
          <a:prstGeom prst="roundRect">
            <a:avLst>
              <a:gd name="adj" fmla="val 111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373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7556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誰として答えるか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069080" y="1673352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あなたは鹿児島のパーキンソン病専門トレーニングスタジオの運営者です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4360" y="2423160"/>
            <a:ext cx="10945368" cy="822960"/>
          </a:xfrm>
          <a:prstGeom prst="roundRect">
            <a:avLst>
              <a:gd name="adj" fmla="val 111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6517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26700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069080" y="2587752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理学療法士が保険外でマンツーマン指導。初回体験はLINE登録で半額4,400円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4360" y="3337560"/>
            <a:ext cx="10945368" cy="822960"/>
          </a:xfrm>
          <a:prstGeom prst="roundRect">
            <a:avLst>
              <a:gd name="adj" fmla="val 111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35661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35844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してほしいこと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069080" y="3502152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コラムの構成案を作ってください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4360" y="4251960"/>
            <a:ext cx="10945368" cy="822960"/>
          </a:xfrm>
          <a:prstGeom prst="roundRect">
            <a:avLst>
              <a:gd name="adj" fmla="val 111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44805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44988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条件・制約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069080" y="4416552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1500〜2500字／見出しは質問の形／効果の断定はしない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94360" y="5166360"/>
            <a:ext cx="10945368" cy="822960"/>
          </a:xfrm>
          <a:prstGeom prst="roundRect">
            <a:avLst>
              <a:gd name="adj" fmla="val 111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3949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54132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出力の形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069080" y="5330952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表形式で／箇条書きで／3案出して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94360" y="5806440"/>
            <a:ext cx="10945368" cy="822960"/>
          </a:xfrm>
          <a:prstGeom prst="roundRect">
            <a:avLst>
              <a:gd name="adj" fmla="val 13333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13816" y="600760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13816" y="6007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252728" y="5952744"/>
            <a:ext cx="1006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うまくいかないときは、条件（④）を足してください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「もっと短く」「専門用語を減らして」「当事者が使う言葉で」など、後から追加で指示できます。会話は続けられます。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記事のネタを出させる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何を書くか決まらないときに使います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691640"/>
            <a:ext cx="7452360" cy="4206240"/>
          </a:xfrm>
          <a:prstGeom prst="roundRect">
            <a:avLst>
              <a:gd name="adj" fmla="val 2174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8952" y="1563624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8952" y="15636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そのまま貼って使えます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13816" y="1929384"/>
            <a:ext cx="701344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あなたは鹿児島のパーキンソン病専門トレーニングスタジオ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「ASPATH（アスパス）」の運営者です。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理学療法士が、保険外のマンツーマン運動指導を行っています。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パーキンソン病のご本人とご家族が検索しそうな悩みを、10個挙げてください。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条件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・実際に検索窓に打ち込まれそうな言葉で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・すでに書いた記事とは重複しないこと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　（すくみ足の対策／体幹の運動／振るえ／運動習慣のつけ方）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・専門用語ではなく、当事者が使う言葉で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出力は表形式で、「検索されそうな言葉」「記事の題名案」の2列でお願いします。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69164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使い方のコツ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275320" y="210312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5820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10個出させて、良いものだけ選ぶ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75320" y="306324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58200" y="3154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「もっと家族向けで」など追加指示もできる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75320" y="4160520"/>
            <a:ext cx="3264408" cy="1737360"/>
          </a:xfrm>
          <a:prstGeom prst="roundRect">
            <a:avLst>
              <a:gd name="adj" fmla="val 6316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94776" y="436168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494776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933688" y="4306824"/>
            <a:ext cx="23865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どのAIでも使えます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ChatGPT・Claude・Gemini、どれでもこの書き方で動きます。幸喜はClaudeを使っています。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94360" y="6035040"/>
            <a:ext cx="7452360" cy="621792"/>
          </a:xfrm>
          <a:prstGeom prst="roundRect">
            <a:avLst>
              <a:gd name="adj" fmla="val 17647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3816" y="623620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13816" y="6236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252728" y="6181344"/>
            <a:ext cx="6574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出てきた文章は、必ず山口様の言葉に直してください</a:t>
            </a:r>
            <a:pPr indent="0" marL="0">
              <a:lnSpc>
                <a:spcPct val="115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記事の構成案を作らせる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書く順番が決まると、本文はぐっと楽になります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691640"/>
            <a:ext cx="7452360" cy="4206240"/>
          </a:xfrm>
          <a:prstGeom prst="roundRect">
            <a:avLst>
              <a:gd name="adj" fmla="val 2174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8952" y="1563624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8952" y="15636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①の続きに貼ります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13816" y="1929384"/>
            <a:ext cx="701344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「〇〇」というテーマでコラムを書きます。見出しの構成案を作ってください。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条件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・全体で1500〜2500字を想定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・見出しは質問の形にする（なぜ起きるの？／どうすればいい？）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・最初に「この記事で分かること」を3行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・最後は「アスパスでできること」に自然につなげる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・断定的な効果の約束はしない（「必ず改善」などは使わない）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出力は、見出しと、その中に書く内容のメモを添えてください。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69164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使い方のコツ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275320" y="210312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5820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〇〇にテーマを入れるだけ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75320" y="306324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58200" y="3154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気に入らなければ「別の切り口で」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75320" y="4160520"/>
            <a:ext cx="3264408" cy="1737360"/>
          </a:xfrm>
          <a:prstGeom prst="roundRect">
            <a:avLst>
              <a:gd name="adj" fmla="val 6316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94776" y="436168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494776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933688" y="4306824"/>
            <a:ext cx="23865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どのAIでも使えます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ChatGPT・Claude・Gemini、どれでもこの書き方で動きます。幸喜はClaudeを使っています。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94360" y="6035040"/>
            <a:ext cx="7452360" cy="621792"/>
          </a:xfrm>
          <a:prstGeom prst="roundRect">
            <a:avLst>
              <a:gd name="adj" fmla="val 17647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3816" y="623620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13816" y="6236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252728" y="6181344"/>
            <a:ext cx="6574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出てきた文章は、必ず山口様の言葉に直してください</a:t>
            </a:r>
            <a:pPr indent="0" marL="0">
              <a:lnSpc>
                <a:spcPct val="115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本文の下書きを作らせる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たたき台をもらって、山口様が直すのがいちばん速い進め方です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691640"/>
            <a:ext cx="7452360" cy="4206240"/>
          </a:xfrm>
          <a:prstGeom prst="roundRect">
            <a:avLst>
              <a:gd name="adj" fmla="val 2174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8952" y="1563624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8952" y="15636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②の続きに貼ります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13816" y="1929384"/>
            <a:ext cx="701344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上の構成案のうち、「△△」の部分の本文だけを書いてください。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条件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・ですます調。1文は40字以内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・専門用語を使うときは、直後にやさしい言い換えを入れる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・「治る」「改善します」などの断定は避け、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　「〜と報告されています」「〜の方が多いです」に置き換える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・箇条書きは3〜5項目まで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・読み手に呼びかける文を、最後に1文だけ入れる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69164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使い方のコツ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275320" y="210312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5820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見出し1つずつ書かせる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75320" y="306324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58200" y="3154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出てきた文章は必ず読み直す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75320" y="4160520"/>
            <a:ext cx="3264408" cy="1737360"/>
          </a:xfrm>
          <a:prstGeom prst="roundRect">
            <a:avLst>
              <a:gd name="adj" fmla="val 6316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94776" y="436168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494776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933688" y="4306824"/>
            <a:ext cx="23865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どのAIでも使えます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ChatGPT・Claude・Gemini、どれでもこの書き方で動きます。幸喜はClaudeを使っています。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94360" y="6035040"/>
            <a:ext cx="7452360" cy="621792"/>
          </a:xfrm>
          <a:prstGeom prst="roundRect">
            <a:avLst>
              <a:gd name="adj" fmla="val 17647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3816" y="623620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13816" y="6236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252728" y="6181344"/>
            <a:ext cx="6574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出てきた文章は、必ず山口様の言葉に直してください</a:t>
            </a:r>
            <a:pPr indent="0" marL="0">
              <a:lnSpc>
                <a:spcPct val="115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検索用の説明文を作らせる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SureRank に貼る文章です。最応用編の点検項目にも直結します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691640"/>
            <a:ext cx="7452360" cy="4206240"/>
          </a:xfrm>
          <a:prstGeom prst="roundRect">
            <a:avLst>
              <a:gd name="adj" fmla="val 2174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8952" y="1563624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8952" y="15636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記事の本文を貼ってから使います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13816" y="1929384"/>
            <a:ext cx="701344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次のコラム記事について、検索結果に表示される説明文を作ってください。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条件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・全角で60〜160字におさめる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・冒頭30字で内容が分かるように書く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・「鹿児島」「パーキンソン病」を必ず入れる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・記号（！や★）は使わない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・3案出してください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【記事の内容】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（ここに記事の本文を貼り付ける）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69164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使い方のコツ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275320" y="210312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5820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3案出させて選ぶ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75320" y="306324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58200" y="3154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文字数はSureRankの画面で数え直す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75320" y="4160520"/>
            <a:ext cx="3264408" cy="1737360"/>
          </a:xfrm>
          <a:prstGeom prst="roundRect">
            <a:avLst>
              <a:gd name="adj" fmla="val 6316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94776" y="436168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494776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933688" y="4306824"/>
            <a:ext cx="23865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どのAIでも使えます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ChatGPT・Claude・Gemini、どれでもこの書き方で動きます。幸喜はClaudeを使っています。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94360" y="6035040"/>
            <a:ext cx="7452360" cy="621792"/>
          </a:xfrm>
          <a:prstGeom prst="roundRect">
            <a:avLst>
              <a:gd name="adj" fmla="val 17647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3816" y="623620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13816" y="6236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252728" y="6181344"/>
            <a:ext cx="6574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出てきた文章は、必ず山口様の言葉に直してください</a:t>
            </a:r>
            <a:pPr indent="0" marL="0">
              <a:lnSpc>
                <a:spcPct val="115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記事の題名を短くさせる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点検で「題名60字超え」と出たときに使います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691640"/>
            <a:ext cx="7452360" cy="4206240"/>
          </a:xfrm>
          <a:prstGeom prst="roundRect">
            <a:avLst>
              <a:gd name="adj" fmla="val 2174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8952" y="1563624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8952" y="15636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題名を貼ってから使います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13816" y="1929384"/>
            <a:ext cx="701344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次の記事の題名が長すぎるため、検索結果で切れてしまいます。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短い題名を3案作ってください。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条件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・全角30字以内（サイト名は別に付くので含めない）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・検索されそうな言葉を必ず前半に入れる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・「｜」で区切る形にする（例：すくみ足の対策4選｜原因と今日から試せる方法）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・記事の中身とずれないようにする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【いまの題名】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（ここに貼る）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【記事の内容】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（ここに本文の冒頭を貼る）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69164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使い方のコツ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275320" y="210312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5820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30字以内。サイト名は含めない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75320" y="306324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58200" y="3154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｜で区切る形にそろえる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75320" y="4160520"/>
            <a:ext cx="3264408" cy="1737360"/>
          </a:xfrm>
          <a:prstGeom prst="roundRect">
            <a:avLst>
              <a:gd name="adj" fmla="val 6316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94776" y="436168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494776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933688" y="4306824"/>
            <a:ext cx="23865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どのAIでも使えます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ChatGPT・Claude・Gemini、どれでもこの書き方で動きます。幸喜はClaudeを使っています。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94360" y="6035040"/>
            <a:ext cx="7452360" cy="621792"/>
          </a:xfrm>
          <a:prstGeom prst="roundRect">
            <a:avLst>
              <a:gd name="adj" fmla="val 17647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3816" y="623620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13816" y="6236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252728" y="6181344"/>
            <a:ext cx="6574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出てきた文章は、必ず山口様の言葉に直してください</a:t>
            </a:r>
            <a:pPr indent="0" marL="0">
              <a:lnSpc>
                <a:spcPct val="115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お客様への返信文を作らせる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個人情報は伏せてから貼ってください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691640"/>
            <a:ext cx="7452360" cy="4206240"/>
          </a:xfrm>
          <a:prstGeom prst="roundRect">
            <a:avLst>
              <a:gd name="adj" fmla="val 2174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8952" y="1563624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8952" y="15636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お問い合わせ内容を貼ってから使います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13816" y="1929384"/>
            <a:ext cx="701344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あなたは鹿児島のパーキンソン病専門トレーニングスタジオ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「ASPATH」の運営者です。次のお問い合わせに、返信の下書きを作ってください。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条件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・ていねいだが、かたすぎない言葉で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・不安に寄り添う一文を、いちばん最初に置く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・診断や治療の断定はしない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　（「一度お身体を見せていただいてから」に寄せる）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・初回体験は公式LINEのご登録で半額4,400円である旨を、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　押しつけずに最後に添える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・200〜300字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【いただいた内容】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（お名前・連絡先は消して、ご相談の内容だけ貼る）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69164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使い方のコツ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275320" y="210312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5820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お名前・連絡先は必ず消す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75320" y="306324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58200" y="3154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そのまま送らず、一度読み直す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75320" y="4160520"/>
            <a:ext cx="3264408" cy="1737360"/>
          </a:xfrm>
          <a:prstGeom prst="roundRect">
            <a:avLst>
              <a:gd name="adj" fmla="val 6316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94776" y="436168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494776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933688" y="4306824"/>
            <a:ext cx="23865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どのAIでも使えます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ChatGPT・Claude・Gemini、どれでもこの書き方で動きます。幸喜はClaudeを使っています。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94360" y="6035040"/>
            <a:ext cx="7452360" cy="621792"/>
          </a:xfrm>
          <a:prstGeom prst="roundRect">
            <a:avLst>
              <a:gd name="adj" fmla="val 17647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3816" y="623620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13816" y="6236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252728" y="6181344"/>
            <a:ext cx="6574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出てきた文章は、必ず山口様の言葉に直してください</a:t>
            </a:r>
            <a:pPr indent="0" marL="0">
              <a:lnSpc>
                <a:spcPct val="115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⑦ 点検結果の意味を聞く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最応用編の点検で×が出たとき、用語が分からないときに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691640"/>
            <a:ext cx="7452360" cy="4206240"/>
          </a:xfrm>
          <a:prstGeom prst="roundRect">
            <a:avLst>
              <a:gd name="adj" fmla="val 2174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8952" y="1563624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8952" y="15636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点検結果を貼ってから使います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13816" y="1929384"/>
            <a:ext cx="701344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WordPressで作った医療系サイトの点検結果です。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それぞれの項目が何を意味するのか、専門用語を使わずに説明してください。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また、放置するとどうなるかも教えてください。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条件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・専門用語には、必ずやさしい言い換えを付ける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・「自分で直せるか」「専門家に頼むべきか」を分けて書く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・大げさに不安をあおらないでください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【点検結果】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（ここに点検スクリプトの出力を貼り付ける）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69164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使い方のコツ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275320" y="210312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5820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用語の意味を知るために使う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75320" y="306324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58200" y="3154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直す作業自体は開発側へ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75320" y="4160520"/>
            <a:ext cx="3264408" cy="1737360"/>
          </a:xfrm>
          <a:prstGeom prst="roundRect">
            <a:avLst>
              <a:gd name="adj" fmla="val 6316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94776" y="436168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494776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933688" y="4306824"/>
            <a:ext cx="23865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どのAIでも使えます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ChatGPT・Claude・Gemini、どれでもこの書き方で動きます。幸喜はClaudeを使っています。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94360" y="6035040"/>
            <a:ext cx="7452360" cy="621792"/>
          </a:xfrm>
          <a:prstGeom prst="roundRect">
            <a:avLst>
              <a:gd name="adj" fmla="val 17647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3816" y="623620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13816" y="6236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252728" y="6181344"/>
            <a:ext cx="6574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出てきた文章は、必ず山口様の言葉に直してください</a:t>
            </a:r>
            <a:pPr indent="0" marL="0">
              <a:lnSpc>
                <a:spcPct val="115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⑧ イラストを作らせる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ブランドの色を守るため、必ず色を指定してください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691640"/>
            <a:ext cx="7452360" cy="3657600"/>
          </a:xfrm>
          <a:prstGeom prst="roundRect">
            <a:avLst>
              <a:gd name="adj" fmla="val 2500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8952" y="1563624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8952" y="15636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画像生成AIに貼ります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13816" y="1929384"/>
            <a:ext cx="7013448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ASPATH（鹿児島のパーキンソン病専門トレーニングスタジオ）の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ウェブサイト用のイラストを作ってください。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【描いてほしい場面】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（例：椅子に座って足を上げる運動を、笑顔で行う高齢の女性）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【色の指定】※必ず守ってください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・服やアクセントは オレンジ（#F4A261）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・線や濃い部分は 紺色（#264653）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・背景は生成りの白（#F4E9D8）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【絵の雰囲気】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・やわらかい手描き風。線は細め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・写実的すぎず、親しみのある表情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・医療器具や病院らしさは出さない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・文字は入れない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69164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色の見本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275320" y="21031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4A261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79408" y="21396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オレンジ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979408" y="2395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#F4A261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75320" y="2788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64653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979408" y="2825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紺色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979408" y="3081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#264653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75320" y="34747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4E9D8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979408" y="3511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生成り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8979408" y="3767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#F4E9D8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275320" y="4251960"/>
            <a:ext cx="3264408" cy="1097280"/>
          </a:xfrm>
          <a:prstGeom prst="roundRect">
            <a:avLst>
              <a:gd name="adj" fmla="val 10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94776" y="445312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494776" y="4453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933688" y="4398264"/>
            <a:ext cx="2386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何度も作り直せます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1回で決まりません。「もっと明るく」など足していきます。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94360" y="5486400"/>
            <a:ext cx="10945368" cy="1051560"/>
          </a:xfrm>
          <a:prstGeom prst="roundRect">
            <a:avLst>
              <a:gd name="adj" fmla="val 10435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13816" y="568756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13816" y="5687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252728" y="5632704"/>
            <a:ext cx="10067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できた画像は、横1200ピクセルくらいに縮めてから入れてください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大きすぎるとページが重くなります。詳しいプロンプトは別冊『★イラスト生成プロンプト集』にもまとめています。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AIを使うときの、3つの約束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この3つを守れば、安心して使えます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554480"/>
            <a:ext cx="10945368" cy="1417320"/>
          </a:xfrm>
          <a:prstGeom prst="roundRect">
            <a:avLst>
              <a:gd name="adj" fmla="val 7742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783080" y="1737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個人情報を貼らない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783080" y="2176272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お名前・ご連絡先・ご住所・診断名は、AIに貼らないでください。返信文を作るときは「A様」などに置き換え、ご相談の内容だけを貼ります。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4360" y="3090672"/>
            <a:ext cx="10945368" cy="1417320"/>
          </a:xfrm>
          <a:prstGeom prst="roundRect">
            <a:avLst>
              <a:gd name="adj" fmla="val 7742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3502152"/>
            <a:ext cx="594360" cy="594360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35021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783080" y="327355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医学的な内容は必ず確認する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783080" y="3712464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AIは、実在しない研究や数字を、自信たっぷりに書くことがあります。数字や引用が出てきたら、そのまま使わないでください。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4360" y="4626864"/>
            <a:ext cx="10945368" cy="1417320"/>
          </a:xfrm>
          <a:prstGeom prst="roundRect">
            <a:avLst>
              <a:gd name="adj" fmla="val 7742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4400" y="5038344"/>
            <a:ext cx="594360" cy="594360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14400" y="50383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1783080" y="480974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そのまま公開しない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783080" y="5248656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AIの文章は、どこか他人の言葉です。山口様の言葉に直してから公開してください。読み直すだけで、ぐっと良くなります。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4360" y="6199632"/>
            <a:ext cx="10945368" cy="475488"/>
          </a:xfrm>
          <a:prstGeom prst="roundRect">
            <a:avLst>
              <a:gd name="adj" fmla="val 23077"/>
            </a:avLst>
          </a:prstGeom>
          <a:solidFill>
            <a:srgbClr val="FBEDEC"/>
          </a:solidFill>
          <a:ln w="15240">
            <a:solidFill>
              <a:srgbClr val="B4453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3816" y="6400800"/>
            <a:ext cx="310896" cy="310896"/>
          </a:xfrm>
          <a:prstGeom prst="ellipse">
            <a:avLst/>
          </a:prstGeom>
          <a:solidFill>
            <a:srgbClr val="B4453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13816" y="6400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252728" y="6345936"/>
            <a:ext cx="10067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薬機法・景品表示法の観点でも、効果の断定は避けてください。</a:t>
            </a:r>
            <a:pPr indent="0" marL="0">
              <a:lnSpc>
                <a:spcPct val="115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AI活用編のまとめ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1E3A44"/>
          </a:solidFill>
          <a:ln/>
        </p:spPr>
      </p:sp>
      <p:sp>
        <p:nvSpPr>
          <p:cNvPr id="4" name="Shape 2"/>
          <p:cNvSpPr/>
          <p:nvPr/>
        </p:nvSpPr>
        <p:spPr>
          <a:xfrm>
            <a:off x="2176272" y="2057400"/>
            <a:ext cx="685800" cy="685800"/>
          </a:xfrm>
          <a:prstGeom prst="roundRect">
            <a:avLst>
              <a:gd name="adj" fmla="val 50667"/>
            </a:avLst>
          </a:prstGeom>
          <a:solidFill>
            <a:srgbClr val="F4A2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176272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たたき台をもらう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40156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完成品を求めない。</a:t>
            </a:r>
            <a:endParaRPr lang="en-US" sz="12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直す前提でもらうと速い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26280" y="178308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1E3A44"/>
          </a:solidFill>
          <a:ln/>
        </p:spPr>
      </p:sp>
      <p:sp>
        <p:nvSpPr>
          <p:cNvPr id="9" name="Shape 7"/>
          <p:cNvSpPr/>
          <p:nvPr/>
        </p:nvSpPr>
        <p:spPr>
          <a:xfrm>
            <a:off x="5879592" y="2057400"/>
            <a:ext cx="685800" cy="685800"/>
          </a:xfrm>
          <a:prstGeom prst="roundRect">
            <a:avLst>
              <a:gd name="adj" fmla="val 50667"/>
            </a:avLst>
          </a:prstGeom>
          <a:solidFill>
            <a:srgbClr val="F4A2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79592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個人情報は貼らない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40156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お名前・連絡先・診断名は</a:t>
            </a:r>
            <a:endParaRPr lang="en-US" sz="12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必ず伏せる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178308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1E3A44"/>
          </a:solidFill>
          <a:ln/>
        </p:spPr>
      </p:sp>
      <p:sp>
        <p:nvSpPr>
          <p:cNvPr id="14" name="Shape 12"/>
          <p:cNvSpPr/>
          <p:nvPr/>
        </p:nvSpPr>
        <p:spPr>
          <a:xfrm>
            <a:off x="9582912" y="2057400"/>
            <a:ext cx="685800" cy="685800"/>
          </a:xfrm>
          <a:prstGeom prst="roundRect">
            <a:avLst>
              <a:gd name="adj" fmla="val 50667"/>
            </a:avLst>
          </a:prstGeom>
          <a:solidFill>
            <a:srgbClr val="F4A2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582912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医学的内容は必ず確認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40156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実在しない研究を</a:t>
            </a:r>
            <a:endParaRPr lang="en-US" sz="12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書くことがあります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66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この冊子のプロンプトは、コピーしてそのまま使えます。慣れたら、ご自身の言葉で書き換えてください。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A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基本編（日々の更新）／応用編（壊さない触り方）／最応用編（点検と修正）もあわせてご覧ください。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ASPATH サイト運用マニュアル AI活用編</dc:title>
  <dc:subject>PptxGenJS Presentation</dc:subject>
  <dc:creator>ASPATH</dc:creator>
  <cp:lastModifiedBy>ASPATH</cp:lastModifiedBy>
  <cp:revision>1</cp:revision>
  <dcterms:created xsi:type="dcterms:W3CDTF">2026-09-06T18:22:04Z</dcterms:created>
  <dcterms:modified xsi:type="dcterms:W3CDTF">2026-09-06T18:22:04Z</dcterms:modified>
</cp:coreProperties>
</file>