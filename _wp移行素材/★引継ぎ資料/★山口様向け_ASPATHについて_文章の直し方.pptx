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8288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「ASPATHについて」ページの</a:t>
            </a:r>
            <a:endParaRPr lang="en-US" sz="40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文章の直し方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60120" y="3474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山口様へ　／　2026年8月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4206240"/>
            <a:ext cx="6949440" cy="1463040"/>
          </a:xfrm>
          <a:prstGeom prst="roundRect">
            <a:avLst>
              <a:gd name="adj" fmla="val 7500"/>
            </a:avLst>
          </a:prstGeom>
          <a:solidFill>
            <a:srgbClr val="32596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452628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このページの文章と写真は、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山口様ご自身で直せるようになりました。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できること・できないこと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まずここだけ押さえてください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94960" cy="2651760"/>
          </a:xfrm>
          <a:prstGeom prst="roundRect">
            <a:avLst>
              <a:gd name="adj" fmla="val 4828"/>
            </a:avLst>
          </a:prstGeom>
          <a:solidFill>
            <a:srgbClr val="EDF6E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37360"/>
            <a:ext cx="5394960" cy="731520"/>
          </a:xfrm>
          <a:prstGeom prst="roundRect">
            <a:avLst>
              <a:gd name="adj" fmla="val 17500"/>
            </a:avLst>
          </a:prstGeom>
          <a:solidFill>
            <a:srgbClr val="2E7D3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194560"/>
            <a:ext cx="5394960" cy="2743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ご自身で直せる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　46か所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　6か所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写真の差し替え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309360" y="1737360"/>
            <a:ext cx="5394960" cy="2651760"/>
          </a:xfrm>
          <a:prstGeom prst="roundRect">
            <a:avLst>
              <a:gd name="adj" fmla="val 4828"/>
            </a:avLst>
          </a:prstGeom>
          <a:solidFill>
            <a:srgbClr val="FF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6309360" y="1737360"/>
            <a:ext cx="5394960" cy="731520"/>
          </a:xfrm>
          <a:prstGeom prst="roundRect">
            <a:avLst>
              <a:gd name="adj" fmla="val 17500"/>
            </a:avLst>
          </a:prstGeom>
          <a:solidFill>
            <a:srgbClr val="DD8236"/>
          </a:solidFill>
          <a:ln/>
        </p:spPr>
      </p:sp>
      <p:sp>
        <p:nvSpPr>
          <p:cNvPr id="12" name="Shape 10"/>
          <p:cNvSpPr/>
          <p:nvPr/>
        </p:nvSpPr>
        <p:spPr>
          <a:xfrm>
            <a:off x="6309360" y="2194560"/>
            <a:ext cx="5394960" cy="274320"/>
          </a:xfrm>
          <a:prstGeom prst="rect">
            <a:avLst/>
          </a:prstGeom>
          <a:solidFill>
            <a:srgbClr val="DD8236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8745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ご連絡ください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629400" y="26974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S P A T H の一覧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特徴3つのカード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図・大きな写真の帯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40080" y="46634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828032"/>
            <a:ext cx="10607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見た目は今までと1つも変わっていません。中の仕組みだけを入れ替えました。</a:t>
            </a:r>
            <a:endParaRPr lang="en-US" sz="17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触ってしまっても、【更新】を押さなければ何も起きません。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編集画面を開く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 →「ASPATHについて」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F2F5F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6465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https://aspath-life.com/wp-admin/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5800" y="2971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026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44168" y="30175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左メニューの「固定ページ」をクリック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85800" y="3703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758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44168" y="37490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一覧から「ASPATHについて」をクリック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489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44168" y="44805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編集画面が開きます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DF6EE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559552"/>
            <a:ext cx="10607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この画面をブックマークしておくと、次から一発で開けます。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画面の見かた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文章のかたまりが上から順に並んでいます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A1_編集画面ぜんたい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7863840" cy="40587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778240" y="17830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「ブロック」という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かたまりの集まりです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778240" y="27432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文字の上をクリックすると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そのかたまりが選ばれて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枠が付きます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732520" y="4297680"/>
            <a:ext cx="3017520" cy="1737360"/>
          </a:xfrm>
          <a:prstGeom prst="roundRect">
            <a:avLst>
              <a:gd name="adj" fmla="val 5263"/>
            </a:avLst>
          </a:prstGeom>
          <a:solidFill>
            <a:srgbClr val="EDF6EE"/>
          </a:solidFill>
          <a:ln/>
        </p:spPr>
      </p:sp>
      <p:sp>
        <p:nvSpPr>
          <p:cNvPr id="9" name="Text 6"/>
          <p:cNvSpPr/>
          <p:nvPr/>
        </p:nvSpPr>
        <p:spPr>
          <a:xfrm>
            <a:off x="8961120" y="4462272"/>
            <a:ext cx="25603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あとはWordや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メールと同じように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書き換えるだけです。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文章を直す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クリックして書き換えるだけです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A2_文章をえらぶ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7863840" cy="405875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0" y="1828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0" y="1883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345168" y="1874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直したい文章をクリック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686800" y="2560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8686800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345168" y="26060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いつもどおり書き換える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686800" y="3291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0" y="3346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345168" y="33375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右上の【保存】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641080" y="4297680"/>
            <a:ext cx="3063240" cy="1737360"/>
          </a:xfrm>
          <a:prstGeom prst="roundRect">
            <a:avLst>
              <a:gd name="adj" fmla="val 5263"/>
            </a:avLst>
          </a:prstGeom>
          <a:solidFill>
            <a:srgbClr val="FFF4EA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4462272"/>
            <a:ext cx="26060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保存は自動ではありません。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必ず【保存】を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文字を太くする・改行する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文章を選ぶと上に出てくるボタン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A5_文字をかえるボタ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874520"/>
            <a:ext cx="9326880" cy="1252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200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3383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太字にする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914400" y="37947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太くしたい文字をマウスでなぞって選び、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上のメニューの  B  をクリック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309360" y="3200400"/>
            <a:ext cx="5394960" cy="1371600"/>
          </a:xfrm>
          <a:prstGeom prst="roundRect">
            <a:avLst>
              <a:gd name="adj" fmla="val 8000"/>
            </a:avLst>
          </a:prstGeom>
          <a:solidFill>
            <a:srgbClr val="F2F5F6"/>
          </a:solidFill>
          <a:ln/>
        </p:spPr>
      </p:sp>
      <p:sp>
        <p:nvSpPr>
          <p:cNvPr id="10" name="Text 7"/>
          <p:cNvSpPr/>
          <p:nvPr/>
        </p:nvSpPr>
        <p:spPr>
          <a:xfrm>
            <a:off x="6583680" y="33832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改行する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6583680" y="37947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段落を分ける（間があく）… Enter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同じ段落の中で改行 … Shift ＋ Enter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4846320"/>
            <a:ext cx="11064240" cy="1188720"/>
          </a:xfrm>
          <a:prstGeom prst="roundRect">
            <a:avLst>
              <a:gd name="adj" fmla="val 7692"/>
            </a:avLst>
          </a:prstGeom>
          <a:solidFill>
            <a:srgbClr val="FFF4EA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5010912"/>
            <a:ext cx="10607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Wordから文章をコピーするときは Ctrl + Shift + V（書式なし貼り付け）。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そのまま貼ると、余計な書式が入って表示が崩れることがあります。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触らない部分の見分けかた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クリックしても文字が編集できない箱があります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A3_さわらない箱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7863840" cy="40587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0" y="1783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右上に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641080" y="2148840"/>
            <a:ext cx="3063240" cy="640080"/>
          </a:xfrm>
          <a:prstGeom prst="roundRect">
            <a:avLst>
              <a:gd name="adj" fmla="val 11429"/>
            </a:avLst>
          </a:prstGeom>
          <a:solidFill>
            <a:srgbClr val="E7E9EC"/>
          </a:solidFill>
          <a:ln/>
        </p:spPr>
      </p:sp>
      <p:sp>
        <p:nvSpPr>
          <p:cNvPr id="8" name="Text 5"/>
          <p:cNvSpPr/>
          <p:nvPr/>
        </p:nvSpPr>
        <p:spPr>
          <a:xfrm>
            <a:off x="8641080" y="2286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カスタム HTML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86800" y="29260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と出たら、それは飾りの部分です。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41080" y="3749040"/>
            <a:ext cx="3063240" cy="2286000"/>
          </a:xfrm>
          <a:prstGeom prst="roundRect">
            <a:avLst>
              <a:gd name="adj" fmla="val 4000"/>
            </a:avLst>
          </a:prstGeom>
          <a:solidFill>
            <a:srgbClr val="FFF4EA"/>
          </a:solidFill>
          <a:ln/>
        </p:spPr>
      </p:sp>
      <p:sp>
        <p:nvSpPr>
          <p:cNvPr id="11" name="Text 8"/>
          <p:cNvSpPr/>
          <p:nvPr/>
        </p:nvSpPr>
        <p:spPr>
          <a:xfrm>
            <a:off x="8869680" y="3913632"/>
            <a:ext cx="260604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デザインが崩れないよう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固めてあります。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ここを直したいときは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ご連絡ください。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ページ全体の地図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緑＝ご自身で直せる　オレンジ＝ご連絡ください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566160"/>
                <a:gridCol w="42062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場所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直せるもの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DD823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触らないもの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ASPATHの由来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見出し1・文章3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S P A T H の一覧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ASPATHの特徴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見出し1・文章1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特徴3カード／帯／4つの理念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01　3つの芯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見出し1・文章17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3つの芯の図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02　人生を豊かに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見出し1・文章5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大きな写真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03　第3の居場所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見出し1・文章6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大きな写真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04　エビデンスと共同研究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見出し1・文章10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大きな写真2点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締めくくり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文章4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864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EDF6EE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5650992"/>
            <a:ext cx="10607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全部で 文章52か所が直せます。触らないのは飾りの9か所だけです。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どこが直せるか（前半）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ASPATHの由来 ／ ASPATHの特徴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M1_由来と特徴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2834640" cy="4629912"/>
          </a:xfrm>
          <a:prstGeom prst="rect">
            <a:avLst/>
          </a:prstGeom>
        </p:spPr>
      </p:pic>
      <p:pic>
        <p:nvPicPr>
          <p:cNvPr id="6" name="Image 1" descr="/sessions/compassionate-sweet-heisenberg/mnt/dev-aspath-life-main/_wp移行素材/★引継ぎ資料/画像/M2_01_3つの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45920"/>
            <a:ext cx="2834640" cy="46299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6263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ASPATHの由来・特徴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3931920" y="6263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　3つの芯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223760" y="1691640"/>
            <a:ext cx="4480560" cy="1371600"/>
          </a:xfrm>
          <a:prstGeom prst="roundRect">
            <a:avLst>
              <a:gd name="adj" fmla="val 8000"/>
            </a:avLst>
          </a:prstGeom>
          <a:solidFill>
            <a:srgbClr val="EDF6EE"/>
          </a:solidFill>
          <a:ln/>
        </p:spPr>
      </p:sp>
      <p:sp>
        <p:nvSpPr>
          <p:cNvPr id="10" name="Text 6"/>
          <p:cNvSpPr/>
          <p:nvPr/>
        </p:nvSpPr>
        <p:spPr>
          <a:xfrm>
            <a:off x="749808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緑のところ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7498080" y="22860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見出しと文章。クリックして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そのまま書き換えられます。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223760" y="3200400"/>
            <a:ext cx="4480560" cy="1371600"/>
          </a:xfrm>
          <a:prstGeom prst="roundRect">
            <a:avLst>
              <a:gd name="adj" fmla="val 8000"/>
            </a:avLst>
          </a:prstGeom>
          <a:solidFill>
            <a:srgbClr val="FFF4EA"/>
          </a:solidFill>
          <a:ln/>
        </p:spPr>
      </p:sp>
      <p:sp>
        <p:nvSpPr>
          <p:cNvPr id="13" name="Text 9"/>
          <p:cNvSpPr/>
          <p:nvPr/>
        </p:nvSpPr>
        <p:spPr>
          <a:xfrm>
            <a:off x="7498080" y="3383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オレンジのところ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498080" y="37947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図やカード。クリックすると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「カスタム HTML」と出ます。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223760" y="4754880"/>
            <a:ext cx="4480560" cy="1371600"/>
          </a:xfrm>
          <a:prstGeom prst="roundRect">
            <a:avLst>
              <a:gd name="adj" fmla="val 6667"/>
            </a:avLst>
          </a:prstGeom>
          <a:solidFill>
            <a:srgbClr val="F2F5F6"/>
          </a:solidFill>
          <a:ln/>
        </p:spPr>
      </p:sp>
      <p:sp>
        <p:nvSpPr>
          <p:cNvPr id="16" name="Text 12"/>
          <p:cNvSpPr/>
          <p:nvPr/>
        </p:nvSpPr>
        <p:spPr>
          <a:xfrm>
            <a:off x="7452360" y="4919472"/>
            <a:ext cx="402336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01「3つの芯」がいちばん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文章が多い場所です。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17か所を直せます。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どこが直せるか（後半）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02〜04 ／ 締めくくり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M3_02と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2834640" cy="4629912"/>
          </a:xfrm>
          <a:prstGeom prst="rect">
            <a:avLst/>
          </a:prstGeom>
        </p:spPr>
      </p:pic>
      <p:pic>
        <p:nvPicPr>
          <p:cNvPr id="6" name="Image 1" descr="/sessions/compassionate-sweet-heisenberg/mnt/dev-aspath-life-main/_wp移行素材/★引継ぎ資料/画像/M4_04と締めくくり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45920"/>
            <a:ext cx="2834640" cy="4629912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22960" y="6263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 人生を豊かに ／ 03 第3の居場所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3931920" y="6263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 エビデンス ／ 締めくくり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223760" y="1691640"/>
            <a:ext cx="4480560" cy="2103120"/>
          </a:xfrm>
          <a:prstGeom prst="roundRect">
            <a:avLst>
              <a:gd name="adj" fmla="val 5217"/>
            </a:avLst>
          </a:prstGeom>
          <a:solidFill>
            <a:srgbClr val="F2F5F6"/>
          </a:solidFill>
          <a:ln/>
        </p:spPr>
      </p:sp>
      <p:sp>
        <p:nvSpPr>
          <p:cNvPr id="10" name="Text 6"/>
          <p:cNvSpPr/>
          <p:nvPr/>
        </p:nvSpPr>
        <p:spPr>
          <a:xfrm>
            <a:off x="749808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02・03・04 は同じ形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7498080" y="228600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番号（02）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見出し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大きな写真（触らない）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文章がいくつか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223760" y="3977640"/>
            <a:ext cx="4480560" cy="1188720"/>
          </a:xfrm>
          <a:prstGeom prst="roundRect">
            <a:avLst>
              <a:gd name="adj" fmla="val 7692"/>
            </a:avLst>
          </a:prstGeom>
          <a:solidFill>
            <a:srgbClr val="EDF6EE"/>
          </a:solidFill>
          <a:ln/>
        </p:spPr>
      </p:sp>
      <p:sp>
        <p:nvSpPr>
          <p:cNvPr id="13" name="Text 9"/>
          <p:cNvSpPr/>
          <p:nvPr/>
        </p:nvSpPr>
        <p:spPr>
          <a:xfrm>
            <a:off x="7452360" y="4142232"/>
            <a:ext cx="40233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1か所の直し方が分かれば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残りも同じ手順です。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7223760" y="5349240"/>
            <a:ext cx="4480560" cy="777240"/>
          </a:xfrm>
          <a:prstGeom prst="roundRect">
            <a:avLst>
              <a:gd name="adj" fmla="val 11765"/>
            </a:avLst>
          </a:prstGeom>
          <a:solidFill>
            <a:srgbClr val="F2F5F6"/>
          </a:solidFill>
          <a:ln/>
        </p:spPr>
      </p:sp>
      <p:sp>
        <p:nvSpPr>
          <p:cNvPr id="15" name="Text 11"/>
          <p:cNvSpPr/>
          <p:nvPr/>
        </p:nvSpPr>
        <p:spPr>
          <a:xfrm>
            <a:off x="7452360" y="5513832"/>
            <a:ext cx="4023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締めくくりの4行も直せます。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直せますが、変えないほうがよいもの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クリックできてしまうので、ご注意ください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2F5F6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212848"/>
            <a:ext cx="512064" cy="512064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942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91640" y="2011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「01」「02」などの番号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691640" y="245059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章の順番を表しています。文章を足しても番号は自動で増えません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2F5F6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30168"/>
            <a:ext cx="512064" cy="512064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66674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4290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「① 身体の芯（体幹）を…」のラベル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91640" y="386791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①②③ の並びが崩れると読みにくくなります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6634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2F5F6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047488"/>
            <a:ext cx="512064" cy="512064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08406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!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91640" y="4846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見出しの文字（青い大きな字）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91640" y="528523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変えるとページ内リンクがずれることがあります。変えたいときはご連絡ください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56235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EDF6EE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78815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本文（普通の大きさの文章）は、どこでも自由に直していただいて大丈夫です。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写真を差し替える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8836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44168" y="18745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写真をクリック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85800" y="256032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44168" y="26060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出てきたメニューの【置換】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85800" y="329184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" y="33467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44168" y="33375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「アップロード」で新しい写真を選ぶ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85800" y="402336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40782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44168" y="406908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右上の【保存】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1064240" cy="1097280"/>
          </a:xfrm>
          <a:prstGeom prst="roundRect">
            <a:avLst>
              <a:gd name="adj" fmla="val 8333"/>
            </a:avLst>
          </a:prstGeom>
          <a:solidFill>
            <a:srgbClr val="F2F5F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5102352"/>
            <a:ext cx="10607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写真は横1200ピクセルくらいがおすすめです。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スマホで撮ったままでも表示はされますが、ページが重くなります。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⑥ 保存する前に確認する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お客様に見える形で見られます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2F5F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48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右上の【プレビュー】 →「新しいタブでプレビュー」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3200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反映されないと感じたときは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3657600"/>
            <a:ext cx="457200" cy="45720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37124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44168" y="37033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5分ほど待って、もう一度ひらく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85800" y="4389120"/>
            <a:ext cx="457200" cy="45720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44439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44168" y="443484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を押しながら F5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85800" y="5120640"/>
            <a:ext cx="457200" cy="457200"/>
          </a:xfrm>
          <a:prstGeom prst="ellipse">
            <a:avLst/>
          </a:prstGeom>
          <a:solidFill>
            <a:srgbClr val="DD823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51755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44168" y="516636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URLの最後に ?v=2 を付けてひらく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40080" y="562356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EDF6EE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5788152"/>
            <a:ext cx="106070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②③で新しくなっていれば、更新は成功しています。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⑦ 間違えたときは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元に戻せなくなることはありません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809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こんなとき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どうする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書き換える前に戻したい（保存前）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左上の ↩ を何回か押す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保存してしまった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右がわの「リビジョン」から前の状態に戻す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表示が崩れた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何も操作せずご連絡ください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画面が真っ白になった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同上。データは消えていません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/sessions/compassionate-sweet-heisenberg/mnt/dev-aspath-life-main/_wp移行素材/★引継ぎ資料/画像/A4_右がわのパネル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783080"/>
            <a:ext cx="1463040" cy="316333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4892040"/>
            <a:ext cx="7680960" cy="1188720"/>
          </a:xfrm>
          <a:prstGeom prst="roundRect">
            <a:avLst>
              <a:gd name="adj" fmla="val 7692"/>
            </a:avLst>
          </a:prstGeom>
          <a:solidFill>
            <a:srgbClr val="EDF6EE"/>
          </a:solidFill>
          <a:ln/>
        </p:spPr>
      </p:sp>
      <p:sp>
        <p:nvSpPr>
          <p:cNvPr id="8" name="Text 4"/>
          <p:cNvSpPr/>
          <p:nvPr/>
        </p:nvSpPr>
        <p:spPr>
          <a:xfrm>
            <a:off x="868680" y="5056632"/>
            <a:ext cx="72237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過去の状態は「リビジョン」に全部残っています。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何度でも戻せますので、安心して触ってください。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やらないほうがよいこと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この3つだけ気をつけてください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FF4EA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212848"/>
            <a:ext cx="512064" cy="51206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942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91640" y="20116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ブロックごと消す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691640" y="245059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飾りの箱を消すとデザインが崩れます。文字だけ書き換えてください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24612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FF4EA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3630168"/>
            <a:ext cx="512064" cy="51206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66674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91640" y="342900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Wordからそのまま貼り付ける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691640" y="386791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V（書式なし貼り付け）を使ってください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66344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FFF4EA"/>
          </a:solidFill>
          <a:ln/>
        </p:spPr>
      </p:sp>
      <p:sp>
        <p:nvSpPr>
          <p:cNvPr id="16" name="Shape 14"/>
          <p:cNvSpPr/>
          <p:nvPr/>
        </p:nvSpPr>
        <p:spPr>
          <a:xfrm>
            <a:off x="914400" y="5047488"/>
            <a:ext cx="512064" cy="512064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5084064"/>
            <a:ext cx="512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691640" y="4846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見出しの大きさを変える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691640" y="528523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「見出し2」「見出し3」の設定は変えないでください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この3つだけ覚えてください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6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32596B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176272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23113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783080" y="20116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クリックして書き換える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83080" y="248716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文字の上をクリックすれば、そのまま直せます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32596B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3547872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360273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83080" y="33832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必ず【保存】を押す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783080" y="385876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押さなければ、何も変わりません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32596B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4919472"/>
            <a:ext cx="548640" cy="54864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97433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4754880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困ったら写真を撮って送る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783080" y="5230368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どこで止まっているか分かれば、ご案内できます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4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編集画面　https://aspath-life.com/wp-admin/post.php?post=298&amp;action=edit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2026-08-24T10:20:17Z</dcterms:created>
  <dcterms:modified xsi:type="dcterms:W3CDTF">2026-08-24T10:20:17Z</dcterms:modified>
</cp:coreProperties>
</file>