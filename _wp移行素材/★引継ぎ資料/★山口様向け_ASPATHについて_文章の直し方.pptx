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82880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「ASPATHについて」ページの</a:t>
            </a:r>
            <a:endParaRPr lang="en-US" sz="40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文章の直し方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60120" y="34747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4A2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山口様へ　／　2026年8月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914400" y="4206240"/>
            <a:ext cx="6949440" cy="1463040"/>
          </a:xfrm>
          <a:prstGeom prst="roundRect">
            <a:avLst>
              <a:gd name="adj" fmla="val 7500"/>
            </a:avLst>
          </a:prstGeom>
          <a:solidFill>
            <a:srgbClr val="32596B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4526280"/>
            <a:ext cx="6492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DCE7E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このページの文章と写真は、</a:t>
            </a:r>
            <a:endParaRPr lang="en-US" sz="17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DCE7E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山口様ご自身で直せるようになりました。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できること・できないこと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まずここだけ押さえてください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5394960" cy="2651760"/>
          </a:xfrm>
          <a:prstGeom prst="roundRect">
            <a:avLst>
              <a:gd name="adj" fmla="val 4828"/>
            </a:avLst>
          </a:prstGeom>
          <a:solidFill>
            <a:srgbClr val="EDF6EE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37360"/>
            <a:ext cx="5394960" cy="731520"/>
          </a:xfrm>
          <a:prstGeom prst="roundRect">
            <a:avLst>
              <a:gd name="adj" fmla="val 17500"/>
            </a:avLst>
          </a:prstGeom>
          <a:solidFill>
            <a:srgbClr val="2E7D32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2194560"/>
            <a:ext cx="5394960" cy="27432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8745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ご自身で直せる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60120" y="269748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文章　46か所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見出し　6か所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写真の差し替え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309360" y="1737360"/>
            <a:ext cx="5394960" cy="2651760"/>
          </a:xfrm>
          <a:prstGeom prst="roundRect">
            <a:avLst>
              <a:gd name="adj" fmla="val 4828"/>
            </a:avLst>
          </a:prstGeom>
          <a:solidFill>
            <a:srgbClr val="FFF4EA"/>
          </a:solidFill>
          <a:ln/>
        </p:spPr>
      </p:sp>
      <p:sp>
        <p:nvSpPr>
          <p:cNvPr id="11" name="Shape 9"/>
          <p:cNvSpPr/>
          <p:nvPr/>
        </p:nvSpPr>
        <p:spPr>
          <a:xfrm>
            <a:off x="6309360" y="1737360"/>
            <a:ext cx="5394960" cy="731520"/>
          </a:xfrm>
          <a:prstGeom prst="roundRect">
            <a:avLst>
              <a:gd name="adj" fmla="val 17500"/>
            </a:avLst>
          </a:prstGeom>
          <a:solidFill>
            <a:srgbClr val="DD8236"/>
          </a:solidFill>
          <a:ln/>
        </p:spPr>
      </p:sp>
      <p:sp>
        <p:nvSpPr>
          <p:cNvPr id="12" name="Shape 10"/>
          <p:cNvSpPr/>
          <p:nvPr/>
        </p:nvSpPr>
        <p:spPr>
          <a:xfrm>
            <a:off x="6309360" y="2194560"/>
            <a:ext cx="5394960" cy="274320"/>
          </a:xfrm>
          <a:prstGeom prst="rect">
            <a:avLst/>
          </a:prstGeom>
          <a:solidFill>
            <a:srgbClr val="DD8236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0" y="18745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ご連絡ください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629400" y="269748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S P A T H の一覧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特徴3つのカード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図・大きな写真の帯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40080" y="4663440"/>
            <a:ext cx="11064240" cy="1371600"/>
          </a:xfrm>
          <a:prstGeom prst="roundRect">
            <a:avLst>
              <a:gd name="adj" fmla="val 6667"/>
            </a:avLst>
          </a:prstGeom>
          <a:solidFill>
            <a:srgbClr val="F2F5F6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4828032"/>
            <a:ext cx="10607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見た目は今までと1つも変わっていません。中の仕組みだけを入れ替えました。</a:t>
            </a:r>
            <a:endParaRPr lang="en-US" sz="17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触ってしまっても、【更新】を押さなければ何も起きません。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編集画面を開く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固定ページ →「ASPATHについて」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1064240" cy="914400"/>
          </a:xfrm>
          <a:prstGeom prst="roundRect">
            <a:avLst>
              <a:gd name="adj" fmla="val 10000"/>
            </a:avLst>
          </a:prstGeom>
          <a:solidFill>
            <a:srgbClr val="F2F5F6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011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646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https://aspath-life.com/wp-admin/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85800" y="2971800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302666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44168" y="301752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左メニューの「固定ページ」をクリック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85800" y="3703320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375818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44168" y="374904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一覧から「ASPATHについて」をクリック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448970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44168" y="448056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編集画面が開きます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40080" y="539496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EDF6EE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5559552"/>
            <a:ext cx="10607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この画面をブックマークしておくと、次から一発で開けます。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画面の見かた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文章のかたまりが上から順に並んでいます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100" dirty="0"/>
          </a:p>
        </p:txBody>
      </p:sp>
      <p:pic>
        <p:nvPicPr>
          <p:cNvPr id="5" name="Image 0" descr="/sessions/compassionate-sweet-heisenberg/mnt/dev-aspath-life-main/_wp移行素材/★引継ぎ資料/画像/A1_編集画面ぜんたい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91640"/>
            <a:ext cx="7863840" cy="40587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778240" y="17830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「ブロック」という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かたまりの集まりです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778240" y="27432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文字の上をクリックすると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そのかたまりが選ばれて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枠が付きます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732520" y="4297680"/>
            <a:ext cx="3017520" cy="1737360"/>
          </a:xfrm>
          <a:prstGeom prst="roundRect">
            <a:avLst>
              <a:gd name="adj" fmla="val 5263"/>
            </a:avLst>
          </a:prstGeom>
          <a:solidFill>
            <a:srgbClr val="EDF6EE"/>
          </a:solidFill>
          <a:ln/>
        </p:spPr>
      </p:sp>
      <p:sp>
        <p:nvSpPr>
          <p:cNvPr id="9" name="Text 6"/>
          <p:cNvSpPr/>
          <p:nvPr/>
        </p:nvSpPr>
        <p:spPr>
          <a:xfrm>
            <a:off x="8961120" y="4462272"/>
            <a:ext cx="256032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あとはWordや</a:t>
            </a:r>
            <a:endParaRPr lang="en-US" sz="15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メールと同じように</a:t>
            </a:r>
            <a:endParaRPr lang="en-US" sz="15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書き換えるだけです。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文章を直す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クリックして書き換えるだけです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100" dirty="0"/>
          </a:p>
        </p:txBody>
      </p:sp>
      <p:pic>
        <p:nvPicPr>
          <p:cNvPr id="5" name="Image 0" descr="/sessions/compassionate-sweet-heisenberg/mnt/dev-aspath-life-main/_wp移行素材/★引継ぎ資料/画像/A2_文章をえらぶ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91640"/>
            <a:ext cx="7863840" cy="405875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686800" y="1828800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7" name="Text 4"/>
          <p:cNvSpPr/>
          <p:nvPr/>
        </p:nvSpPr>
        <p:spPr>
          <a:xfrm>
            <a:off x="8686800" y="188366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345168" y="187452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直したい文章をクリック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686800" y="2560320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0" name="Text 7"/>
          <p:cNvSpPr/>
          <p:nvPr/>
        </p:nvSpPr>
        <p:spPr>
          <a:xfrm>
            <a:off x="8686800" y="261518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9345168" y="260604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いつもどおり書き換える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8686800" y="3291840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3" name="Text 10"/>
          <p:cNvSpPr/>
          <p:nvPr/>
        </p:nvSpPr>
        <p:spPr>
          <a:xfrm>
            <a:off x="8686800" y="334670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9345168" y="333756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右上の【保存】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8641080" y="4297680"/>
            <a:ext cx="3063240" cy="1737360"/>
          </a:xfrm>
          <a:prstGeom prst="roundRect">
            <a:avLst>
              <a:gd name="adj" fmla="val 5263"/>
            </a:avLst>
          </a:prstGeom>
          <a:solidFill>
            <a:srgbClr val="FFF4EA"/>
          </a:solidFill>
          <a:ln/>
        </p:spPr>
      </p:sp>
      <p:sp>
        <p:nvSpPr>
          <p:cNvPr id="16" name="Text 13"/>
          <p:cNvSpPr/>
          <p:nvPr/>
        </p:nvSpPr>
        <p:spPr>
          <a:xfrm>
            <a:off x="8869680" y="4462272"/>
            <a:ext cx="260604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保存は自動ではありません。</a:t>
            </a:r>
            <a:endParaRPr lang="en-US" sz="1500" dirty="0"/>
          </a:p>
          <a:p>
            <a:pPr indent="0" marL="0">
              <a:lnSpc>
                <a:spcPts val="2100"/>
              </a:lnSpc>
              <a:buNone/>
            </a:pPr>
            <a:endParaRPr lang="en-US" sz="15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必ず【保存】を</a:t>
            </a:r>
            <a:endParaRPr lang="en-US" sz="15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押してください。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文字を太くする・改行する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文章を選ぶと上に出てくるボタン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100" dirty="0"/>
          </a:p>
        </p:txBody>
      </p:sp>
      <p:pic>
        <p:nvPicPr>
          <p:cNvPr id="5" name="Image 0" descr="/sessions/compassionate-sweet-heisenberg/mnt/dev-aspath-life-main/_wp移行素材/★引継ぎ資料/画像/A5_文字をかえるボタン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7320" y="1874520"/>
            <a:ext cx="9326880" cy="12528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" y="3200400"/>
            <a:ext cx="5394960" cy="1371600"/>
          </a:xfrm>
          <a:prstGeom prst="roundRect">
            <a:avLst>
              <a:gd name="adj" fmla="val 8000"/>
            </a:avLst>
          </a:prstGeom>
          <a:solidFill>
            <a:srgbClr val="F2F5F6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33832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太字にする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914400" y="379476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太くしたい文字をマウスでなぞって選び、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上のメニューの  B  をクリック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309360" y="3200400"/>
            <a:ext cx="5394960" cy="1371600"/>
          </a:xfrm>
          <a:prstGeom prst="roundRect">
            <a:avLst>
              <a:gd name="adj" fmla="val 8000"/>
            </a:avLst>
          </a:prstGeom>
          <a:solidFill>
            <a:srgbClr val="F2F5F6"/>
          </a:solidFill>
          <a:ln/>
        </p:spPr>
      </p:sp>
      <p:sp>
        <p:nvSpPr>
          <p:cNvPr id="10" name="Text 7"/>
          <p:cNvSpPr/>
          <p:nvPr/>
        </p:nvSpPr>
        <p:spPr>
          <a:xfrm>
            <a:off x="6583680" y="33832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改行する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6583680" y="379476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段落を分ける（間があく）… Enter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同じ段落の中で改行 … Shift ＋ Enter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40080" y="4846320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FFF4EA"/>
          </a:solidFill>
          <a:ln/>
        </p:spPr>
      </p:sp>
      <p:sp>
        <p:nvSpPr>
          <p:cNvPr id="13" name="Text 10"/>
          <p:cNvSpPr/>
          <p:nvPr/>
        </p:nvSpPr>
        <p:spPr>
          <a:xfrm>
            <a:off x="868680" y="5010912"/>
            <a:ext cx="106070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Wordから文章をコピーするときは Ctrl + Shift + V（書式なし貼り付け）。</a:t>
            </a:r>
            <a:endParaRPr lang="en-US" sz="16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そのまま貼ると、余計な書式が入って表示が崩れることがあります。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触らない部分の見分けかた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クリックしても文字が編集できない箱があります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1100" dirty="0"/>
          </a:p>
        </p:txBody>
      </p:sp>
      <p:pic>
        <p:nvPicPr>
          <p:cNvPr id="5" name="Image 0" descr="/sessions/compassionate-sweet-heisenberg/mnt/dev-aspath-life-main/_wp移行素材/★引継ぎ資料/画像/A3_さわらない箱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91640"/>
            <a:ext cx="7863840" cy="40587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686800" y="17830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右上に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8641080" y="2148840"/>
            <a:ext cx="3063240" cy="640080"/>
          </a:xfrm>
          <a:prstGeom prst="roundRect">
            <a:avLst>
              <a:gd name="adj" fmla="val 11429"/>
            </a:avLst>
          </a:prstGeom>
          <a:solidFill>
            <a:srgbClr val="E7E9EC"/>
          </a:solidFill>
          <a:ln/>
        </p:spPr>
      </p:sp>
      <p:sp>
        <p:nvSpPr>
          <p:cNvPr id="8" name="Text 5"/>
          <p:cNvSpPr/>
          <p:nvPr/>
        </p:nvSpPr>
        <p:spPr>
          <a:xfrm>
            <a:off x="8641080" y="22860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カスタム HTML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8686800" y="29260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と出たら、それは飾りの部分です。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641080" y="3749040"/>
            <a:ext cx="3063240" cy="2286000"/>
          </a:xfrm>
          <a:prstGeom prst="roundRect">
            <a:avLst>
              <a:gd name="adj" fmla="val 4000"/>
            </a:avLst>
          </a:prstGeom>
          <a:solidFill>
            <a:srgbClr val="FFF4EA"/>
          </a:solidFill>
          <a:ln/>
        </p:spPr>
      </p:sp>
      <p:sp>
        <p:nvSpPr>
          <p:cNvPr id="11" name="Text 8"/>
          <p:cNvSpPr/>
          <p:nvPr/>
        </p:nvSpPr>
        <p:spPr>
          <a:xfrm>
            <a:off x="8869680" y="3913632"/>
            <a:ext cx="2606040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デザインが崩れないよう</a:t>
            </a:r>
            <a:endParaRPr lang="en-US" sz="15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固めてあります。</a:t>
            </a:r>
            <a:endParaRPr lang="en-US" sz="1500" dirty="0"/>
          </a:p>
          <a:p>
            <a:pPr indent="0" marL="0">
              <a:lnSpc>
                <a:spcPts val="2100"/>
              </a:lnSpc>
              <a:buNone/>
            </a:pPr>
            <a:endParaRPr lang="en-US" sz="15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ここを直したいときは</a:t>
            </a:r>
            <a:endParaRPr lang="en-US" sz="15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ご連絡ください。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⑤ 写真を差し替える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85800" y="1828800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88366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44168" y="187452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写真をクリック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85800" y="2560320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261518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44168" y="260604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出てきたメニューの【置換】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685800" y="3291840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334670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44168" y="333756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「アップロード」で新しい写真を選ぶ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85800" y="4023360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407822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44168" y="406908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右上の【保存】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640080" y="4937760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F2F5F6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5102352"/>
            <a:ext cx="106070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写真は横1200ピクセルくらいがおすすめです。</a:t>
            </a:r>
            <a:endParaRPr lang="en-US" sz="16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スマホで撮ったままでも表示はされますが、ページが重くなります。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⑥ 保存する前に確認する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お客様に見える形で見られます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2F5F6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1488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右上の【プレビュー】 →「新しいタブでプレビュー」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" y="32004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反映されないと感じたときは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85800" y="3657600"/>
            <a:ext cx="457200" cy="457200"/>
          </a:xfrm>
          <a:prstGeom prst="ellipse">
            <a:avLst/>
          </a:prstGeom>
          <a:solidFill>
            <a:srgbClr val="DD8236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371246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344168" y="370332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5分ほど待って、もう一度ひらく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85800" y="4389120"/>
            <a:ext cx="457200" cy="457200"/>
          </a:xfrm>
          <a:prstGeom prst="ellipse">
            <a:avLst/>
          </a:prstGeom>
          <a:solidFill>
            <a:srgbClr val="DD8236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444398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344168" y="443484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Ctrl を押しながら F5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85800" y="5120640"/>
            <a:ext cx="457200" cy="457200"/>
          </a:xfrm>
          <a:prstGeom prst="ellipse">
            <a:avLst/>
          </a:prstGeom>
          <a:solidFill>
            <a:srgbClr val="DD8236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517550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344168" y="516636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URLの最後に ?v=2 を付けてひらく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640080" y="5623560"/>
            <a:ext cx="11064240" cy="685800"/>
          </a:xfrm>
          <a:prstGeom prst="roundRect">
            <a:avLst>
              <a:gd name="adj" fmla="val 13333"/>
            </a:avLst>
          </a:prstGeom>
          <a:solidFill>
            <a:srgbClr val="EDF6EE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5788152"/>
            <a:ext cx="106070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②③で新しくなっていれば、更新は成功しています。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⑦ 間違えたときは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元に戻せなくなることはありません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768096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40233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こんなとき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どうする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書き換える前に戻したい（保存前）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左上の ↩ を何回か押す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保存してしまった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右がわの「リビジョン」から前の状態に戻す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表示が崩れた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何も操作せずご連絡ください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画面が真っ白になった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同上。データは消えていません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Image 0" descr="/sessions/compassionate-sweet-heisenberg/mnt/dev-aspath-life-main/_wp移行素材/★引継ぎ資料/画像/A4_右がわのパネル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0" y="1783080"/>
            <a:ext cx="1463040" cy="316333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40080" y="4892040"/>
            <a:ext cx="7680960" cy="1188720"/>
          </a:xfrm>
          <a:prstGeom prst="roundRect">
            <a:avLst>
              <a:gd name="adj" fmla="val 7692"/>
            </a:avLst>
          </a:prstGeom>
          <a:solidFill>
            <a:srgbClr val="EDF6EE"/>
          </a:solidFill>
          <a:ln/>
        </p:spPr>
      </p:sp>
      <p:sp>
        <p:nvSpPr>
          <p:cNvPr id="8" name="Text 4"/>
          <p:cNvSpPr/>
          <p:nvPr/>
        </p:nvSpPr>
        <p:spPr>
          <a:xfrm>
            <a:off x="868680" y="5056632"/>
            <a:ext cx="722376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過去の状態は「リビジョン」に全部残っています。</a:t>
            </a:r>
            <a:endParaRPr lang="en-US" sz="16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何度でも戻せますので、安心して触ってください。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やらないほうがよいこと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この3つだけ気をつけてください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1064240" cy="1280160"/>
          </a:xfrm>
          <a:prstGeom prst="roundRect">
            <a:avLst>
              <a:gd name="adj" fmla="val 8571"/>
            </a:avLst>
          </a:prstGeom>
          <a:solidFill>
            <a:srgbClr val="FFF4EA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212848"/>
            <a:ext cx="512064" cy="512064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249424"/>
            <a:ext cx="5120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691640" y="20116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ブロックごと消す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691640" y="2450592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飾りの箱を消すとデザインが崩れます。文字だけ書き換えてください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3246120"/>
            <a:ext cx="11064240" cy="1280160"/>
          </a:xfrm>
          <a:prstGeom prst="roundRect">
            <a:avLst>
              <a:gd name="adj" fmla="val 8571"/>
            </a:avLst>
          </a:prstGeom>
          <a:solidFill>
            <a:srgbClr val="FFF4EA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3630168"/>
            <a:ext cx="512064" cy="512064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3666744"/>
            <a:ext cx="5120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691640" y="34290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Wordからそのまま貼り付ける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691640" y="3867912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Ctrl + Shift + V（書式なし貼り付け）を使ってください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0080" y="4663440"/>
            <a:ext cx="11064240" cy="1280160"/>
          </a:xfrm>
          <a:prstGeom prst="roundRect">
            <a:avLst>
              <a:gd name="adj" fmla="val 8571"/>
            </a:avLst>
          </a:prstGeom>
          <a:solidFill>
            <a:srgbClr val="FFF4EA"/>
          </a:solidFill>
          <a:ln/>
        </p:spPr>
      </p:sp>
      <p:sp>
        <p:nvSpPr>
          <p:cNvPr id="16" name="Shape 14"/>
          <p:cNvSpPr/>
          <p:nvPr/>
        </p:nvSpPr>
        <p:spPr>
          <a:xfrm>
            <a:off x="914400" y="5047488"/>
            <a:ext cx="512064" cy="512064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5084064"/>
            <a:ext cx="5120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691640" y="4846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見出しの大きさを変える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691640" y="5285232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「見出し2」「見出し3」の設定は変えないでください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まとめ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この3つだけ覚えてください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E969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32596B"/>
          </a:solidFill>
          <a:ln/>
        </p:spPr>
      </p:sp>
      <p:sp>
        <p:nvSpPr>
          <p:cNvPr id="6" name="Shape 4"/>
          <p:cNvSpPr/>
          <p:nvPr/>
        </p:nvSpPr>
        <p:spPr>
          <a:xfrm>
            <a:off x="960120" y="2176272"/>
            <a:ext cx="548640" cy="54864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231136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783080" y="201168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クリックして書き換える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783080" y="2487168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6D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文字の上をクリックすれば、そのまま直せます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32004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32596B"/>
          </a:solidFill>
          <a:ln/>
        </p:spPr>
      </p:sp>
      <p:sp>
        <p:nvSpPr>
          <p:cNvPr id="11" name="Shape 9"/>
          <p:cNvSpPr/>
          <p:nvPr/>
        </p:nvSpPr>
        <p:spPr>
          <a:xfrm>
            <a:off x="960120" y="3547872"/>
            <a:ext cx="548640" cy="54864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" y="3602736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783080" y="338328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必ず【保存】を押す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783080" y="3858768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6D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押さなければ、何も変わりません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0080" y="45720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32596B"/>
          </a:solidFill>
          <a:ln/>
        </p:spPr>
      </p:sp>
      <p:sp>
        <p:nvSpPr>
          <p:cNvPr id="16" name="Shape 14"/>
          <p:cNvSpPr/>
          <p:nvPr/>
        </p:nvSpPr>
        <p:spPr>
          <a:xfrm>
            <a:off x="960120" y="4919472"/>
            <a:ext cx="548640" cy="54864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" y="4974336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475488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困ったら写真を撮って送る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783080" y="5230368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6D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どこで止まっているか分かれば、ご案内できます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580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4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編集画面　https://aspath-life.com/wp-admin/post.php?post=298&amp;action=edit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2026-08-24T10:10:23Z</dcterms:created>
  <dcterms:modified xsi:type="dcterms:W3CDTF">2026-08-24T10:10:23Z</dcterms:modified>
</cp:coreProperties>
</file>