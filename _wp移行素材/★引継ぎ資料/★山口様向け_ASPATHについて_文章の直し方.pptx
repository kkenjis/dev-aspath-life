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g"/><Relationship Id="rId3" Type="http://schemas.openxmlformats.org/officeDocument/2006/relationships/image" Target="../media/image-10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E9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146304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11696"/>
            <a:ext cx="12198096" cy="146304"/>
          </a:xfrm>
          <a:prstGeom prst="rect">
            <a:avLst/>
          </a:prstGeom>
          <a:solidFill>
            <a:srgbClr val="F4A261"/>
          </a:solidFill>
          <a:ln/>
        </p:spPr>
      </p:sp>
      <p:pic>
        <p:nvPicPr>
          <p:cNvPr id="4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874520"/>
            <a:ext cx="2320246" cy="2834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892040" y="1572768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F4A2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ASPATH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892040" y="1874520"/>
            <a:ext cx="667512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1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「ASPATHについて」ページの</a:t>
            </a:r>
            <a:endParaRPr lang="en-US" sz="3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1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文章の直し方</a:t>
            </a:r>
            <a:endParaRPr lang="en-US" sz="3100" dirty="0"/>
          </a:p>
        </p:txBody>
      </p:sp>
      <p:sp>
        <p:nvSpPr>
          <p:cNvPr id="7" name="Text 4"/>
          <p:cNvSpPr txBox="1"/>
          <p:nvPr/>
        </p:nvSpPr>
        <p:spPr>
          <a:xfrm>
            <a:off x="4892040" y="3133344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山口様へ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このページの文章と写真は、山口様ご自身で直せるようになりました。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892040" y="4736592"/>
            <a:ext cx="1828800" cy="1828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892040" y="4864608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4892040" y="519379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7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動くことを楽しむ。明日につながる。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4892040" y="559612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CA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aspath-life.com　／　2026年8月　ASPATH 様　ご納品資料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できること・できないこと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まずここだけ押さえてください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338560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40080" y="1737360"/>
            <a:ext cx="5394960" cy="2651760"/>
          </a:xfrm>
          <a:prstGeom prst="roundRect">
            <a:avLst>
              <a:gd name="adj" fmla="val 4828"/>
            </a:avLst>
          </a:prstGeom>
          <a:solidFill>
            <a:srgbClr val="EDF6EE"/>
          </a:solidFill>
          <a:ln/>
        </p:spPr>
      </p:sp>
      <p:sp>
        <p:nvSpPr>
          <p:cNvPr id="8" name="Shape 5"/>
          <p:cNvSpPr/>
          <p:nvPr/>
        </p:nvSpPr>
        <p:spPr>
          <a:xfrm>
            <a:off x="640080" y="1737360"/>
            <a:ext cx="5394960" cy="731520"/>
          </a:xfrm>
          <a:prstGeom prst="roundRect">
            <a:avLst>
              <a:gd name="adj" fmla="val 17500"/>
            </a:avLst>
          </a:prstGeom>
          <a:solidFill>
            <a:srgbClr val="2E7D32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" y="2194560"/>
            <a:ext cx="5394960" cy="2743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1874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ご自身で直せる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960120" y="269748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文章　46か所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見出し　6か所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写真の差し替え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309360" y="1737360"/>
            <a:ext cx="5394960" cy="2651760"/>
          </a:xfrm>
          <a:prstGeom prst="roundRect">
            <a:avLst>
              <a:gd name="adj" fmla="val 4828"/>
            </a:avLst>
          </a:prstGeom>
          <a:solidFill>
            <a:srgbClr val="FFF4EA"/>
          </a:solidFill>
          <a:ln/>
        </p:spPr>
      </p:sp>
      <p:sp>
        <p:nvSpPr>
          <p:cNvPr id="13" name="Shape 10"/>
          <p:cNvSpPr/>
          <p:nvPr/>
        </p:nvSpPr>
        <p:spPr>
          <a:xfrm>
            <a:off x="6309360" y="1737360"/>
            <a:ext cx="5394960" cy="731520"/>
          </a:xfrm>
          <a:prstGeom prst="roundRect">
            <a:avLst>
              <a:gd name="adj" fmla="val 17500"/>
            </a:avLst>
          </a:prstGeom>
          <a:solidFill>
            <a:srgbClr val="DD8236"/>
          </a:solidFill>
          <a:ln/>
        </p:spPr>
      </p:sp>
      <p:sp>
        <p:nvSpPr>
          <p:cNvPr id="14" name="Shape 11"/>
          <p:cNvSpPr/>
          <p:nvPr/>
        </p:nvSpPr>
        <p:spPr>
          <a:xfrm>
            <a:off x="6309360" y="2194560"/>
            <a:ext cx="5394960" cy="274320"/>
          </a:xfrm>
          <a:prstGeom prst="rect">
            <a:avLst/>
          </a:prstGeom>
          <a:solidFill>
            <a:srgbClr val="DD8236"/>
          </a:solidFill>
          <a:ln/>
        </p:spPr>
      </p:sp>
      <p:sp>
        <p:nvSpPr>
          <p:cNvPr id="15" name="Text 12"/>
          <p:cNvSpPr/>
          <p:nvPr/>
        </p:nvSpPr>
        <p:spPr>
          <a:xfrm>
            <a:off x="6583680" y="1874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ご連絡ください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6629400" y="269748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 S P A T H の一覧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特徴3つのカード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図・大きな写真の帯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640080" y="466344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2F5F6"/>
          </a:solidFill>
          <a:ln/>
        </p:spPr>
      </p:sp>
      <p:sp>
        <p:nvSpPr>
          <p:cNvPr id="18" name="Text 15"/>
          <p:cNvSpPr/>
          <p:nvPr/>
        </p:nvSpPr>
        <p:spPr>
          <a:xfrm>
            <a:off x="868680" y="4828032"/>
            <a:ext cx="10607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見た目は今までと1つも変わっていません。中の仕組みだけを入れ替えました。</a:t>
            </a:r>
            <a:endParaRPr lang="en-US" sz="17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触ってしまっても、【更新】を押さなければ何も起きません。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編集画面を開く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固定ページ →「ASPATHについて」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338560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2F5F6"/>
          </a:solidFill>
          <a:ln/>
        </p:spPr>
      </p:sp>
      <p:sp>
        <p:nvSpPr>
          <p:cNvPr id="8" name="Text 5"/>
          <p:cNvSpPr/>
          <p:nvPr/>
        </p:nvSpPr>
        <p:spPr>
          <a:xfrm>
            <a:off x="960120" y="2011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6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https://aspath-life.com/wp-admin/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85800" y="297180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302666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344168" y="301752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左メニューの「固定ページ」をクリック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85800" y="370332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375818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344168" y="374904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一覧から「ASPATHについて」をクリック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85800" y="443484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" y="448970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344168" y="448056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編集画面が開きます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640080" y="539496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EDF6EE"/>
          </a:solidFill>
          <a:ln/>
        </p:spPr>
      </p:sp>
      <p:sp>
        <p:nvSpPr>
          <p:cNvPr id="19" name="Text 16"/>
          <p:cNvSpPr/>
          <p:nvPr/>
        </p:nvSpPr>
        <p:spPr>
          <a:xfrm>
            <a:off x="868680" y="5559552"/>
            <a:ext cx="10607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この画面をブックマークしておくと、次から一発で開けます。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画面の見かた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文章のかたまりが上から順に並んでいます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338560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100" dirty="0"/>
          </a:p>
        </p:txBody>
      </p:sp>
      <p:pic>
        <p:nvPicPr>
          <p:cNvPr id="7" name="Image 1" descr="/sessions/compassionate-sweet-heisenberg/mnt/dev-aspath-life-main/_wp移行素材/★引継ぎ資料/画像/A1_編集画面ぜんたい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1640"/>
            <a:ext cx="7863840" cy="40587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78240" y="17830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「ブロック」という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かたまりの集まりです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8778240" y="27432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文字の上をクリックすると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そのかたまりが選ばれて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枠が付きます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8732520" y="4297680"/>
            <a:ext cx="3017520" cy="1737360"/>
          </a:xfrm>
          <a:prstGeom prst="roundRect">
            <a:avLst>
              <a:gd name="adj" fmla="val 5263"/>
            </a:avLst>
          </a:prstGeom>
          <a:solidFill>
            <a:srgbClr val="EDF6EE"/>
          </a:solidFill>
          <a:ln/>
        </p:spPr>
      </p:sp>
      <p:sp>
        <p:nvSpPr>
          <p:cNvPr id="11" name="Text 7"/>
          <p:cNvSpPr/>
          <p:nvPr/>
        </p:nvSpPr>
        <p:spPr>
          <a:xfrm>
            <a:off x="8961120" y="4462272"/>
            <a:ext cx="256032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あとはWordや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メールと同じように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書き換えるだけです。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文章を直す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クリックして書き換えるだけです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338560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100" dirty="0"/>
          </a:p>
        </p:txBody>
      </p:sp>
      <p:pic>
        <p:nvPicPr>
          <p:cNvPr id="7" name="Image 1" descr="/sessions/compassionate-sweet-heisenberg/mnt/dev-aspath-life-main/_wp移行素材/★引継ぎ資料/画像/A2_文章をえらぶ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1640"/>
            <a:ext cx="7863840" cy="405875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686800" y="182880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9" name="Text 5"/>
          <p:cNvSpPr/>
          <p:nvPr/>
        </p:nvSpPr>
        <p:spPr>
          <a:xfrm>
            <a:off x="8686800" y="188366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9345168" y="18745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直したい文章をクリック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8686800" y="256032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2" name="Text 8"/>
          <p:cNvSpPr/>
          <p:nvPr/>
        </p:nvSpPr>
        <p:spPr>
          <a:xfrm>
            <a:off x="8686800" y="261518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9345168" y="26060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いつもどおり書き換える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8686800" y="329184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5" name="Text 11"/>
          <p:cNvSpPr/>
          <p:nvPr/>
        </p:nvSpPr>
        <p:spPr>
          <a:xfrm>
            <a:off x="8686800" y="334670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9345168" y="33375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右上の【保存】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8641080" y="4297680"/>
            <a:ext cx="3063240" cy="1737360"/>
          </a:xfrm>
          <a:prstGeom prst="roundRect">
            <a:avLst>
              <a:gd name="adj" fmla="val 5263"/>
            </a:avLst>
          </a:prstGeom>
          <a:solidFill>
            <a:srgbClr val="FFF4EA"/>
          </a:solidFill>
          <a:ln/>
        </p:spPr>
      </p:sp>
      <p:sp>
        <p:nvSpPr>
          <p:cNvPr id="18" name="Text 14"/>
          <p:cNvSpPr/>
          <p:nvPr/>
        </p:nvSpPr>
        <p:spPr>
          <a:xfrm>
            <a:off x="8869680" y="4462272"/>
            <a:ext cx="260604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保存は自動ではありません。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必ず【保存】を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押してください。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文字を太くする・改行する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文章を選ぶと上に出てくるボタン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338560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100" dirty="0"/>
          </a:p>
        </p:txBody>
      </p:sp>
      <p:pic>
        <p:nvPicPr>
          <p:cNvPr id="7" name="Image 1" descr="/sessions/compassionate-sweet-heisenberg/mnt/dev-aspath-life-main/_wp移行素材/★引継ぎ資料/画像/A5_文字をかえるボタン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874520"/>
            <a:ext cx="9326880" cy="125286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320040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F2F5F6"/>
          </a:solidFill>
          <a:ln/>
        </p:spPr>
      </p:sp>
      <p:sp>
        <p:nvSpPr>
          <p:cNvPr id="9" name="Text 5"/>
          <p:cNvSpPr/>
          <p:nvPr/>
        </p:nvSpPr>
        <p:spPr>
          <a:xfrm>
            <a:off x="914400" y="3383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太字にする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914400" y="37947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太くしたい文字をマウスでなぞって選び、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上のメニューの  B  をクリック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309360" y="320040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F2F5F6"/>
          </a:solidFill>
          <a:ln/>
        </p:spPr>
      </p:sp>
      <p:sp>
        <p:nvSpPr>
          <p:cNvPr id="12" name="Text 8"/>
          <p:cNvSpPr/>
          <p:nvPr/>
        </p:nvSpPr>
        <p:spPr>
          <a:xfrm>
            <a:off x="6583680" y="3383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改行する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583680" y="37947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段落を分ける（間があく）… Enter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同じ段落の中で改行 … Shift ＋ Enter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640080" y="484632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FFF4EA"/>
          </a:solidFill>
          <a:ln/>
        </p:spPr>
      </p:sp>
      <p:sp>
        <p:nvSpPr>
          <p:cNvPr id="15" name="Text 11"/>
          <p:cNvSpPr/>
          <p:nvPr/>
        </p:nvSpPr>
        <p:spPr>
          <a:xfrm>
            <a:off x="868680" y="5010912"/>
            <a:ext cx="106070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Wordから文章をコピーするときは Ctrl + Shift + V（書式なし貼り付け）。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そのまま貼ると、余計な書式が入って表示が崩れることがあります。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触らない部分の見分けかた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クリックしても文字が編集できない箱があります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338560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100" dirty="0"/>
          </a:p>
        </p:txBody>
      </p:sp>
      <p:pic>
        <p:nvPicPr>
          <p:cNvPr id="7" name="Image 1" descr="/sessions/compassionate-sweet-heisenberg/mnt/dev-aspath-life-main/_wp移行素材/★引継ぎ資料/画像/A3_さわらない箱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1640"/>
            <a:ext cx="7863840" cy="40587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86800" y="17830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右上に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8641080" y="2148840"/>
            <a:ext cx="3063240" cy="640080"/>
          </a:xfrm>
          <a:prstGeom prst="roundRect">
            <a:avLst>
              <a:gd name="adj" fmla="val 11429"/>
            </a:avLst>
          </a:prstGeom>
          <a:solidFill>
            <a:srgbClr val="E7E9EC"/>
          </a:solidFill>
          <a:ln/>
        </p:spPr>
      </p:sp>
      <p:sp>
        <p:nvSpPr>
          <p:cNvPr id="10" name="Text 6"/>
          <p:cNvSpPr/>
          <p:nvPr/>
        </p:nvSpPr>
        <p:spPr>
          <a:xfrm>
            <a:off x="8641080" y="2286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カスタム HTML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8686800" y="29260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と出たら、それは飾りの部分です。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8641080" y="3749040"/>
            <a:ext cx="3063240" cy="2286000"/>
          </a:xfrm>
          <a:prstGeom prst="roundRect">
            <a:avLst>
              <a:gd name="adj" fmla="val 4000"/>
            </a:avLst>
          </a:prstGeom>
          <a:solidFill>
            <a:srgbClr val="FFF4EA"/>
          </a:solidFill>
          <a:ln/>
        </p:spPr>
      </p:sp>
      <p:sp>
        <p:nvSpPr>
          <p:cNvPr id="13" name="Text 9"/>
          <p:cNvSpPr/>
          <p:nvPr/>
        </p:nvSpPr>
        <p:spPr>
          <a:xfrm>
            <a:off x="8869680" y="3913632"/>
            <a:ext cx="260604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デザインが崩れないよう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固めてあります。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ここを直したいときは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ご連絡ください。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ページ全体の地図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緑＝ご自身で直せる　オレンジ＝ご連絡ください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338560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566160"/>
                <a:gridCol w="42062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場所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E7D3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直せるもの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DD82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触らないもの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ASPATHの由来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見出し1・文章3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 S P A T H の一覧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ASPATHの特徴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見出し1・文章1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特徴3カード／帯／4つの理念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01　3つの芯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見出し1・文章17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3つの芯の図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02　人生を豊かに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見出し1・文章5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大きな写真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03　第3の居場所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見出し1・文章6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大きな写真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04　エビデンスと共同研究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見出し1・文章10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大きな写真2点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締めくくり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文章4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40080" y="54864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EDF6EE"/>
          </a:solidFill>
          <a:ln/>
        </p:spPr>
      </p:sp>
      <p:sp>
        <p:nvSpPr>
          <p:cNvPr id="9" name="Text 5"/>
          <p:cNvSpPr/>
          <p:nvPr/>
        </p:nvSpPr>
        <p:spPr>
          <a:xfrm>
            <a:off x="868680" y="5650992"/>
            <a:ext cx="10607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全部で 文章52か所が直せます。触らないのは飾りの9か所だけです。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編集画面は、サイトとは見た目が違います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ここを先にお伝えします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338560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</a:t>
            </a:r>
            <a:endParaRPr lang="en-US" sz="1100" dirty="0"/>
          </a:p>
        </p:txBody>
      </p:sp>
      <p:pic>
        <p:nvPicPr>
          <p:cNvPr id="7" name="Image 1" descr="/sessions/compassionate-sweet-heisenberg/mnt/dev-aspath-life-main/_wp移行素材/★引継ぎ資料/画像/E0_編集画面_色分け拡大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6035040" cy="3652787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040880" y="1691640"/>
            <a:ext cx="4663440" cy="1828800"/>
          </a:xfrm>
          <a:prstGeom prst="roundRect">
            <a:avLst>
              <a:gd name="adj" fmla="val 6000"/>
            </a:avLst>
          </a:prstGeom>
          <a:solidFill>
            <a:srgbClr val="FFF4EA"/>
          </a:solidFill>
          <a:ln/>
        </p:spPr>
      </p:sp>
      <p:sp>
        <p:nvSpPr>
          <p:cNvPr id="9" name="Text 5"/>
          <p:cNvSpPr/>
          <p:nvPr/>
        </p:nvSpPr>
        <p:spPr>
          <a:xfrm>
            <a:off x="7315200" y="1874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色も配置も付きません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7315200" y="233172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編集画面では、文字だけが</a:t>
            </a:r>
            <a:endParaRPr lang="en-US" sz="15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上から順に並んで見えます。</a:t>
            </a:r>
            <a:endParaRPr lang="en-US" sz="15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サイトの見た目とは違います。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7040880" y="3657600"/>
            <a:ext cx="4663440" cy="1645920"/>
          </a:xfrm>
          <a:prstGeom prst="roundRect">
            <a:avLst>
              <a:gd name="adj" fmla="val 6667"/>
            </a:avLst>
          </a:prstGeom>
          <a:solidFill>
            <a:srgbClr val="EDF6EE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0" y="3840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でも中身は同じです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7315200" y="429768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文章の順番はサイトと同じ。</a:t>
            </a:r>
            <a:endParaRPr lang="en-US" sz="15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直したい文章を探すときは</a:t>
            </a:r>
            <a:endParaRPr lang="en-US" sz="15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文字を目印にしてください。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731520" y="5577840"/>
            <a:ext cx="10972800" cy="731520"/>
          </a:xfrm>
          <a:prstGeom prst="roundRect">
            <a:avLst>
              <a:gd name="adj" fmla="val 12500"/>
            </a:avLst>
          </a:prstGeom>
          <a:solidFill>
            <a:srgbClr val="F2F5F6"/>
          </a:solidFill>
          <a:ln/>
        </p:spPr>
      </p:sp>
      <p:sp>
        <p:nvSpPr>
          <p:cNvPr id="15" name="Text 11"/>
          <p:cNvSpPr/>
          <p:nvPr/>
        </p:nvSpPr>
        <p:spPr>
          <a:xfrm>
            <a:off x="960120" y="5742432"/>
            <a:ext cx="10515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この資料の緑・オレンジの色は説明のために付けたものです。実際の画面には出ません。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どこが直せるか（前半）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編集画面での見え方　緑＝直せる／オレンジ＝触らない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338560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16916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ASPATHの由来 ／ ASPATHの特徴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40080" y="210312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見出しと文章が緑。A S P A T H の一覧は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ひとつのオレンジの箱になっています。</a:t>
            </a:r>
            <a:endParaRPr lang="en-US" sz="1400" dirty="0"/>
          </a:p>
        </p:txBody>
      </p:sp>
      <p:pic>
        <p:nvPicPr>
          <p:cNvPr id="9" name="Image 1" descr="/sessions/compassionate-sweet-heisenberg/mnt/dev-aspath-life-main/_wp移行素材/★引継ぎ資料/画像/E1_編集画面_由来と特徴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880360"/>
            <a:ext cx="4754880" cy="30452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92240" y="16916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01「3つの芯」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6492240" y="210312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「01」も「① 身体の芯…」も緑。真ん中の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大きな図だけがオレンジ。17か所を直せます。</a:t>
            </a:r>
            <a:endParaRPr lang="en-US" sz="1400" dirty="0"/>
          </a:p>
        </p:txBody>
      </p:sp>
      <p:pic>
        <p:nvPicPr>
          <p:cNvPr id="12" name="Image 2" descr="/sessions/compassionate-sweet-heisenberg/mnt/dev-aspath-life-main/_wp移行素材/★引継ぎ資料/画像/E2_編集画面_01_3つの芯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880360"/>
            <a:ext cx="4754880" cy="30452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60350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編集画面での見え方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6492240" y="60350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編集画面での見え方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どこが直せるか（後半）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02・03・04 はすべて同じ形です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338560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</a:t>
            </a:r>
            <a:endParaRPr lang="en-US" sz="1100" dirty="0"/>
          </a:p>
        </p:txBody>
      </p:sp>
      <p:pic>
        <p:nvPicPr>
          <p:cNvPr id="7" name="Image 1" descr="/sessions/compassionate-sweet-heisenberg/mnt/dev-aspath-life-main/_wp移行素材/★引継ぎ資料/画像/E3_編集画面_04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7360"/>
            <a:ext cx="6217920" cy="39822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13232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くり返しの形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7132320" y="2331720"/>
            <a:ext cx="4572000" cy="566928"/>
          </a:xfrm>
          <a:prstGeom prst="roundRect">
            <a:avLst>
              <a:gd name="adj" fmla="val 12903"/>
            </a:avLst>
          </a:prstGeom>
          <a:solidFill>
            <a:srgbClr val="EDF6EE"/>
          </a:solidFill>
          <a:ln/>
        </p:spPr>
      </p:sp>
      <p:sp>
        <p:nvSpPr>
          <p:cNvPr id="10" name="Text 6"/>
          <p:cNvSpPr/>
          <p:nvPr/>
        </p:nvSpPr>
        <p:spPr>
          <a:xfrm>
            <a:off x="7360920" y="2468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番号（02・03・04）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0332720" y="24688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緑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7132320" y="2990088"/>
            <a:ext cx="4572000" cy="566928"/>
          </a:xfrm>
          <a:prstGeom prst="roundRect">
            <a:avLst>
              <a:gd name="adj" fmla="val 12903"/>
            </a:avLst>
          </a:prstGeom>
          <a:solidFill>
            <a:srgbClr val="EDF6EE"/>
          </a:solidFill>
          <a:ln/>
        </p:spPr>
      </p:sp>
      <p:sp>
        <p:nvSpPr>
          <p:cNvPr id="13" name="Text 9"/>
          <p:cNvSpPr/>
          <p:nvPr/>
        </p:nvSpPr>
        <p:spPr>
          <a:xfrm>
            <a:off x="7360920" y="31272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見出し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0332720" y="312724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緑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7132320" y="3648456"/>
            <a:ext cx="4572000" cy="566928"/>
          </a:xfrm>
          <a:prstGeom prst="roundRect">
            <a:avLst>
              <a:gd name="adj" fmla="val 12903"/>
            </a:avLst>
          </a:prstGeom>
          <a:solidFill>
            <a:srgbClr val="FFF4EA"/>
          </a:solidFill>
          <a:ln/>
        </p:spPr>
      </p:sp>
      <p:sp>
        <p:nvSpPr>
          <p:cNvPr id="16" name="Text 12"/>
          <p:cNvSpPr/>
          <p:nvPr/>
        </p:nvSpPr>
        <p:spPr>
          <a:xfrm>
            <a:off x="7360920" y="378561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大きな写真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10332720" y="378561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DD82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オレンジ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7132320" y="4306824"/>
            <a:ext cx="4572000" cy="566928"/>
          </a:xfrm>
          <a:prstGeom prst="roundRect">
            <a:avLst>
              <a:gd name="adj" fmla="val 12903"/>
            </a:avLst>
          </a:prstGeom>
          <a:solidFill>
            <a:srgbClr val="EDF6EE"/>
          </a:solidFill>
          <a:ln/>
        </p:spPr>
      </p:sp>
      <p:sp>
        <p:nvSpPr>
          <p:cNvPr id="19" name="Text 15"/>
          <p:cNvSpPr/>
          <p:nvPr/>
        </p:nvSpPr>
        <p:spPr>
          <a:xfrm>
            <a:off x="7360920" y="444398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文章がいくつか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10332720" y="444398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緑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7132320" y="5029200"/>
            <a:ext cx="4572000" cy="1005840"/>
          </a:xfrm>
          <a:prstGeom prst="roundRect">
            <a:avLst>
              <a:gd name="adj" fmla="val 9091"/>
            </a:avLst>
          </a:prstGeom>
          <a:solidFill>
            <a:srgbClr val="EDF6EE"/>
          </a:solidFill>
          <a:ln/>
        </p:spPr>
      </p:sp>
      <p:sp>
        <p:nvSpPr>
          <p:cNvPr id="22" name="Text 18"/>
          <p:cNvSpPr/>
          <p:nvPr/>
        </p:nvSpPr>
        <p:spPr>
          <a:xfrm>
            <a:off x="7360920" y="5193792"/>
            <a:ext cx="4114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1か所の直し方が分かれば、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残りも同じ手順です。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640080" y="580644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画面は 04 の部分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直せますが、変えないほうがよいもの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クリックできてしまうので、ご注意ください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338560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40080" y="1828800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F2F5F6"/>
          </a:solidFill>
          <a:ln/>
        </p:spPr>
      </p:sp>
      <p:sp>
        <p:nvSpPr>
          <p:cNvPr id="8" name="Shape 5"/>
          <p:cNvSpPr/>
          <p:nvPr/>
        </p:nvSpPr>
        <p:spPr>
          <a:xfrm>
            <a:off x="914400" y="2212848"/>
            <a:ext cx="512064" cy="512064"/>
          </a:xfrm>
          <a:prstGeom prst="ellipse">
            <a:avLst/>
          </a:prstGeom>
          <a:solidFill>
            <a:srgbClr val="DD8236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2249424"/>
            <a:ext cx="512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691640" y="20116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「01」「02」などの番号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1691640" y="245059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章の順番を表しています。文章を足しても番号は自動で増えません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40080" y="3246120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F2F5F6"/>
          </a:solidFill>
          <a:ln/>
        </p:spPr>
      </p:sp>
      <p:sp>
        <p:nvSpPr>
          <p:cNvPr id="13" name="Shape 10"/>
          <p:cNvSpPr/>
          <p:nvPr/>
        </p:nvSpPr>
        <p:spPr>
          <a:xfrm>
            <a:off x="914400" y="3630168"/>
            <a:ext cx="512064" cy="512064"/>
          </a:xfrm>
          <a:prstGeom prst="ellipse">
            <a:avLst/>
          </a:prstGeom>
          <a:solidFill>
            <a:srgbClr val="DD8236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3666744"/>
            <a:ext cx="512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691640" y="34290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「① 身体の芯（体幹）を…」のラベル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1691640" y="386791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①②③ の並びが崩れると読みにくくなります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40080" y="4663440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F2F5F6"/>
          </a:solidFill>
          <a:ln/>
        </p:spPr>
      </p:sp>
      <p:sp>
        <p:nvSpPr>
          <p:cNvPr id="18" name="Shape 15"/>
          <p:cNvSpPr/>
          <p:nvPr/>
        </p:nvSpPr>
        <p:spPr>
          <a:xfrm>
            <a:off x="914400" y="5047488"/>
            <a:ext cx="512064" cy="512064"/>
          </a:xfrm>
          <a:prstGeom prst="ellipse">
            <a:avLst/>
          </a:prstGeom>
          <a:solidFill>
            <a:srgbClr val="DD8236"/>
          </a:solidFill>
          <a:ln/>
        </p:spPr>
      </p:sp>
      <p:sp>
        <p:nvSpPr>
          <p:cNvPr id="19" name="Text 16"/>
          <p:cNvSpPr/>
          <p:nvPr/>
        </p:nvSpPr>
        <p:spPr>
          <a:xfrm>
            <a:off x="914400" y="5084064"/>
            <a:ext cx="512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691640" y="4846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見出しの文字（青い大きな字）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1691640" y="528523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変えるとページ内リンクがずれることがあります。変えたいときはご連絡ください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40080" y="562356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EDF6EE"/>
          </a:solidFill>
          <a:ln/>
        </p:spPr>
      </p:sp>
      <p:sp>
        <p:nvSpPr>
          <p:cNvPr id="23" name="Text 20"/>
          <p:cNvSpPr/>
          <p:nvPr/>
        </p:nvSpPr>
        <p:spPr>
          <a:xfrm>
            <a:off x="868680" y="5788152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本文（普通の大きさの文章）は、どこでも自由に直していただいて大丈夫です。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⑤ 写真を差し替える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11338560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85800" y="182880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188366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44168" y="187452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写真をクリック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685800" y="256032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261518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344168" y="260604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出てきたメニューの【置換】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685800" y="329184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334670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344168" y="333756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「アップロード」で新しい写真を選ぶ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685800" y="402336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" y="407822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344168" y="406908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右上の【保存】</a:t>
            </a:r>
            <a:endParaRPr lang="en-US" sz="1900" dirty="0"/>
          </a:p>
        </p:txBody>
      </p:sp>
      <p:sp>
        <p:nvSpPr>
          <p:cNvPr id="18" name="Shape 15"/>
          <p:cNvSpPr/>
          <p:nvPr/>
        </p:nvSpPr>
        <p:spPr>
          <a:xfrm>
            <a:off x="640080" y="4937760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F2F5F6"/>
          </a:solidFill>
          <a:ln/>
        </p:spPr>
      </p:sp>
      <p:sp>
        <p:nvSpPr>
          <p:cNvPr id="19" name="Text 16"/>
          <p:cNvSpPr/>
          <p:nvPr/>
        </p:nvSpPr>
        <p:spPr>
          <a:xfrm>
            <a:off x="868680" y="5102352"/>
            <a:ext cx="10607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写真は横1200ピクセルくらいがおすすめです。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スマホで撮ったままでも表示はされますが、ページが重くなります。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⑥ 保存する前に確認する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お客様に見える形で見られます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338560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11064240" cy="1188720"/>
          </a:xfrm>
          <a:prstGeom prst="roundRect">
            <a:avLst>
              <a:gd name="adj" fmla="val 9231"/>
            </a:avLst>
          </a:prstGeom>
          <a:solidFill>
            <a:srgbClr val="F2F5F6"/>
          </a:solidFill>
          <a:ln/>
        </p:spPr>
      </p:sp>
      <p:sp>
        <p:nvSpPr>
          <p:cNvPr id="8" name="Text 5"/>
          <p:cNvSpPr/>
          <p:nvPr/>
        </p:nvSpPr>
        <p:spPr>
          <a:xfrm>
            <a:off x="960120" y="2148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右上の【プレビュー】 →「新しいタブでプレビュー」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85800" y="3200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反映されないと感じたときは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685800" y="3657600"/>
            <a:ext cx="457200" cy="457200"/>
          </a:xfrm>
          <a:prstGeom prst="ellipse">
            <a:avLst/>
          </a:prstGeom>
          <a:solidFill>
            <a:srgbClr val="DD8236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371246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344168" y="370332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5分ほど待って、もう一度ひらく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85800" y="4389120"/>
            <a:ext cx="457200" cy="457200"/>
          </a:xfrm>
          <a:prstGeom prst="ellipse">
            <a:avLst/>
          </a:prstGeom>
          <a:solidFill>
            <a:srgbClr val="DD8236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444398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344168" y="443484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Ctrl を押しながら F5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685800" y="5120640"/>
            <a:ext cx="457200" cy="457200"/>
          </a:xfrm>
          <a:prstGeom prst="ellipse">
            <a:avLst/>
          </a:prstGeom>
          <a:solidFill>
            <a:srgbClr val="DD8236"/>
          </a:solidFill>
          <a:ln/>
        </p:spPr>
      </p:sp>
      <p:sp>
        <p:nvSpPr>
          <p:cNvPr id="17" name="Text 14"/>
          <p:cNvSpPr/>
          <p:nvPr/>
        </p:nvSpPr>
        <p:spPr>
          <a:xfrm>
            <a:off x="685800" y="517550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344168" y="516636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D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URLの最後に ?v=2 を付けてひらく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640080" y="5623560"/>
            <a:ext cx="11064240" cy="685800"/>
          </a:xfrm>
          <a:prstGeom prst="roundRect">
            <a:avLst>
              <a:gd name="adj" fmla="val 13333"/>
            </a:avLst>
          </a:prstGeom>
          <a:solidFill>
            <a:srgbClr val="EDF6EE"/>
          </a:solidFill>
          <a:ln/>
        </p:spPr>
      </p:sp>
      <p:sp>
        <p:nvSpPr>
          <p:cNvPr id="20" name="Text 17"/>
          <p:cNvSpPr/>
          <p:nvPr/>
        </p:nvSpPr>
        <p:spPr>
          <a:xfrm>
            <a:off x="868680" y="5788152"/>
            <a:ext cx="10607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②③で新しくなっていれば、更新は成功しています。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⑦ 間違えたときは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元に戻せなくなることはありません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338560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768096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40233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こんなとき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どうする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書き換える前に戻したい（保存前）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左上の ↩ を何回か押す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保存してしまった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右がわの「リビジョン」から前の状態に戻す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表示が崩れた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何も操作せずご連絡ください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画面が真っ白になった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D3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同上。データは消えていません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Image 1" descr="/sessions/compassionate-sweet-heisenberg/mnt/dev-aspath-life-main/_wp移行素材/★引継ぎ資料/画像/A4_右がわのパネル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783080"/>
            <a:ext cx="1463040" cy="316333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640080" y="4892040"/>
            <a:ext cx="7680960" cy="1188720"/>
          </a:xfrm>
          <a:prstGeom prst="roundRect">
            <a:avLst>
              <a:gd name="adj" fmla="val 7692"/>
            </a:avLst>
          </a:prstGeom>
          <a:solidFill>
            <a:srgbClr val="EDF6EE"/>
          </a:solidFill>
          <a:ln/>
        </p:spPr>
      </p:sp>
      <p:sp>
        <p:nvSpPr>
          <p:cNvPr id="10" name="Text 5"/>
          <p:cNvSpPr/>
          <p:nvPr/>
        </p:nvSpPr>
        <p:spPr>
          <a:xfrm>
            <a:off x="868680" y="5056632"/>
            <a:ext cx="72237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過去の状態は「リビジョン」に全部残っています。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何度でも戻せますので、安心して触ってください。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7A9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やらないほうがよいこと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この3つだけ気をつけてください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338560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4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40080" y="1828800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FFF4EA"/>
          </a:solidFill>
          <a:ln/>
        </p:spPr>
      </p:sp>
      <p:sp>
        <p:nvSpPr>
          <p:cNvPr id="8" name="Shape 5"/>
          <p:cNvSpPr/>
          <p:nvPr/>
        </p:nvSpPr>
        <p:spPr>
          <a:xfrm>
            <a:off x="914400" y="2212848"/>
            <a:ext cx="512064" cy="51206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2249424"/>
            <a:ext cx="512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691640" y="20116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ブロックごと消す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1691640" y="245059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飾りの箱を消すとデザインが崩れます。文字だけ書き換えてください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40080" y="3246120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FFF4EA"/>
          </a:solidFill>
          <a:ln/>
        </p:spPr>
      </p:sp>
      <p:sp>
        <p:nvSpPr>
          <p:cNvPr id="13" name="Shape 10"/>
          <p:cNvSpPr/>
          <p:nvPr/>
        </p:nvSpPr>
        <p:spPr>
          <a:xfrm>
            <a:off x="914400" y="3630168"/>
            <a:ext cx="512064" cy="51206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3666744"/>
            <a:ext cx="512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691640" y="34290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Wordからそのまま貼り付ける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1691640" y="386791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Ctrl + Shift + V（書式なし貼り付け）を使ってください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40080" y="4663440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FFF4EA"/>
          </a:solidFill>
          <a:ln/>
        </p:spPr>
      </p:sp>
      <p:sp>
        <p:nvSpPr>
          <p:cNvPr id="18" name="Shape 15"/>
          <p:cNvSpPr/>
          <p:nvPr/>
        </p:nvSpPr>
        <p:spPr>
          <a:xfrm>
            <a:off x="914400" y="5047488"/>
            <a:ext cx="512064" cy="51206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9" name="Text 16"/>
          <p:cNvSpPr/>
          <p:nvPr/>
        </p:nvSpPr>
        <p:spPr>
          <a:xfrm>
            <a:off x="914400" y="5084064"/>
            <a:ext cx="512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691640" y="4846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見出しの大きさを変える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1691640" y="528523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76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「見出し2」「見出し3」の設定は変えないでください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mpassionate-sweet-heisenberg/mnt/dev-aspath-life-main/tools/assets/logo-deck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8173" y="109728"/>
            <a:ext cx="209571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23533" y="128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FBAC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鹿児島のパーキンソン病専門トレーニングスタジオ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D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この3つだけ覚えてください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338560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E969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16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40080" y="182880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32596B"/>
          </a:solidFill>
          <a:ln/>
        </p:spPr>
      </p:sp>
      <p:sp>
        <p:nvSpPr>
          <p:cNvPr id="8" name="Shape 5"/>
          <p:cNvSpPr/>
          <p:nvPr/>
        </p:nvSpPr>
        <p:spPr>
          <a:xfrm>
            <a:off x="960120" y="2176272"/>
            <a:ext cx="548640" cy="54864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9" name="Text 6"/>
          <p:cNvSpPr/>
          <p:nvPr/>
        </p:nvSpPr>
        <p:spPr>
          <a:xfrm>
            <a:off x="960120" y="2231136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783080" y="201168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クリックして書き換える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783080" y="2487168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6D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文字の上をクリックすれば、そのまま直せます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40080" y="320040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32596B"/>
          </a:solidFill>
          <a:ln/>
        </p:spPr>
      </p:sp>
      <p:sp>
        <p:nvSpPr>
          <p:cNvPr id="13" name="Shape 10"/>
          <p:cNvSpPr/>
          <p:nvPr/>
        </p:nvSpPr>
        <p:spPr>
          <a:xfrm>
            <a:off x="960120" y="3547872"/>
            <a:ext cx="548640" cy="54864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4" name="Text 11"/>
          <p:cNvSpPr/>
          <p:nvPr/>
        </p:nvSpPr>
        <p:spPr>
          <a:xfrm>
            <a:off x="960120" y="3602736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783080" y="338328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必ず【保存】を押す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1783080" y="3858768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6D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押さなければ、何も変わりません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40080" y="457200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32596B"/>
          </a:solidFill>
          <a:ln/>
        </p:spPr>
      </p:sp>
      <p:sp>
        <p:nvSpPr>
          <p:cNvPr id="18" name="Shape 15"/>
          <p:cNvSpPr/>
          <p:nvPr/>
        </p:nvSpPr>
        <p:spPr>
          <a:xfrm>
            <a:off x="960120" y="4919472"/>
            <a:ext cx="548640" cy="54864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9" name="Text 16"/>
          <p:cNvSpPr/>
          <p:nvPr/>
        </p:nvSpPr>
        <p:spPr>
          <a:xfrm>
            <a:off x="960120" y="4974336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6465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783080" y="475488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困ったら写真を撮って送る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1783080" y="5230368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6D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どこで止まっているか分かれば、ご案内できます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8580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4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編集画面　https://aspath-life.com/wp-admin/post.php?post=298&amp;action=edit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2026-09-06T18:22:05Z</dcterms:created>
  <dcterms:modified xsi:type="dcterms:W3CDTF">2026-09-06T18:22:05Z</dcterms:modified>
</cp:coreProperties>
</file>